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36328-31F0-471C-815B-459F09697603}" v="3" dt="2026-09-18T14:09:25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tterf Mária" userId="c8bbe49b-b419-40ae-8553-a3c7fd497fcf" providerId="ADAL" clId="{58B3665D-E70D-4BCC-BAB8-D56DC8198622}"/>
    <pc:docChg chg="custSel addSld modSld">
      <pc:chgData name="Potterf Mária" userId="c8bbe49b-b419-40ae-8553-a3c7fd497fcf" providerId="ADAL" clId="{58B3665D-E70D-4BCC-BAB8-D56DC8198622}" dt="2026-09-18T14:10:37.146" v="20" actId="1076"/>
      <pc:docMkLst>
        <pc:docMk/>
      </pc:docMkLst>
      <pc:sldChg chg="addSp delSp modSp new mod">
        <pc:chgData name="Potterf Mária" userId="c8bbe49b-b419-40ae-8553-a3c7fd497fcf" providerId="ADAL" clId="{58B3665D-E70D-4BCC-BAB8-D56DC8198622}" dt="2026-09-18T14:10:37.146" v="20" actId="1076"/>
        <pc:sldMkLst>
          <pc:docMk/>
          <pc:sldMk cId="774323333" sldId="256"/>
        </pc:sldMkLst>
        <pc:spChg chg="del">
          <ac:chgData name="Potterf Mária" userId="c8bbe49b-b419-40ae-8553-a3c7fd497fcf" providerId="ADAL" clId="{58B3665D-E70D-4BCC-BAB8-D56DC8198622}" dt="2026-09-18T14:08:42.662" v="1" actId="478"/>
          <ac:spMkLst>
            <pc:docMk/>
            <pc:sldMk cId="774323333" sldId="256"/>
            <ac:spMk id="2" creationId="{2F0C680D-6110-CCC4-8B7C-87076AC6A1C8}"/>
          </ac:spMkLst>
        </pc:spChg>
        <pc:spChg chg="del">
          <ac:chgData name="Potterf Mária" userId="c8bbe49b-b419-40ae-8553-a3c7fd497fcf" providerId="ADAL" clId="{58B3665D-E70D-4BCC-BAB8-D56DC8198622}" dt="2026-09-18T14:08:44.622" v="2" actId="478"/>
          <ac:spMkLst>
            <pc:docMk/>
            <pc:sldMk cId="774323333" sldId="256"/>
            <ac:spMk id="3" creationId="{48366445-F19A-0048-650E-A7E85A60588B}"/>
          </ac:spMkLst>
        </pc:spChg>
        <pc:spChg chg="add del mod">
          <ac:chgData name="Potterf Mária" userId="c8bbe49b-b419-40ae-8553-a3c7fd497fcf" providerId="ADAL" clId="{58B3665D-E70D-4BCC-BAB8-D56DC8198622}" dt="2026-09-18T14:09:20.402" v="12"/>
          <ac:spMkLst>
            <pc:docMk/>
            <pc:sldMk cId="774323333" sldId="256"/>
            <ac:spMk id="5" creationId="{C85BA070-253C-9EDD-A3DB-4C83076443EC}"/>
          </ac:spMkLst>
        </pc:spChg>
        <pc:spChg chg="add mod">
          <ac:chgData name="Potterf Mária" userId="c8bbe49b-b419-40ae-8553-a3c7fd497fcf" providerId="ADAL" clId="{58B3665D-E70D-4BCC-BAB8-D56DC8198622}" dt="2026-09-18T14:09:35.665" v="17" actId="1076"/>
          <ac:spMkLst>
            <pc:docMk/>
            <pc:sldMk cId="774323333" sldId="256"/>
            <ac:spMk id="6" creationId="{D709C83B-11FC-FF97-313D-D6E35A45BA1B}"/>
          </ac:spMkLst>
        </pc:spChg>
        <pc:picChg chg="add mod modCrop">
          <ac:chgData name="Potterf Mária" userId="c8bbe49b-b419-40ae-8553-a3c7fd497fcf" providerId="ADAL" clId="{58B3665D-E70D-4BCC-BAB8-D56DC8198622}" dt="2026-09-18T14:10:37.146" v="20" actId="1076"/>
          <ac:picMkLst>
            <pc:docMk/>
            <pc:sldMk cId="774323333" sldId="256"/>
            <ac:picMk id="4" creationId="{064F26D3-622E-55F0-AB4E-4787D98C1FB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A10A-CD9B-0C21-457D-503F364F3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EF693-4B54-08EF-1FF9-14A5E3FC8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8178-292D-DE66-3351-086FE358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BD817-269A-D9B3-8E63-DC2B6002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F197-47D1-4FB2-49D7-CD8AB6E8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456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FCE2-A27E-AD3D-066F-F2834175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C3764-F7B8-25DE-0EC9-23E9D9DC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AAD1A-5AFD-B243-B884-527B6BBD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45F4B-2E10-BF97-31EB-02F3008C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8E05E-F511-73EB-B8B4-4A77C954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1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C5CC-305C-3CD9-755E-AF6A4443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B47C4-E96B-98B1-B74C-E99B8DB6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C85C0-AE82-E221-E7FF-487A0A7B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88A35-750F-6C61-DBFD-30356DA1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0C40D-FA77-07D2-F04E-50FCCE95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704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E4A1-5DE1-A391-971B-570406F5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DBFA3-6376-278A-26F3-9D6F07DB9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0D073-9682-61C1-45C5-FB7531BF2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3C5D2-4162-FF68-241B-8207BA44E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A4014-E878-9CBE-1F28-F72FBF0E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FC579-FA28-532D-0F7E-E9C88AF4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082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87CD-239E-D53A-3BBE-B7E3EAC1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0DDD8-CC6D-1978-3C47-134462C4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8D8F1-8883-53C7-89BD-80E859124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C5F81-DD51-7FA6-26BE-D92E08AB5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E4A21-7EEB-01A9-5B30-B308E35D7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FB9E5-9D29-20C3-4C73-8E08DA4E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2F4840-DBFC-9564-0236-9D4883F3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72F7C1-0A08-B731-1142-88EDBDA4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341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7F7D-DD1B-3C0D-4D70-0A63715C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5BB5B-AA16-96F1-57D0-BD947AFE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E39AB-FC5F-F690-CB52-C8DFA0D5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8D7A8-EC62-E367-7762-733A9FC6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5117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A518F-EC94-9FE5-FDB4-25F2E6B0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ECC1C-AE19-CD59-3E13-18D3EDEA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8DE16-04DB-FC95-DDE3-93C98291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342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4F4A-76F2-A2E9-88D6-762F94F1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E191-4B35-1AAD-39E6-4E9741A26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E16BD-C4E7-FDA2-2CA8-F927CCE69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C87A8-42B0-D0C5-5A78-BBCE69F8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B4BF9-8624-8F30-ABD5-8F16932C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784AB-458F-8B2D-19C6-AA6CB17C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18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DFE-3DDA-097F-50DD-FB46EF49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86E09-A49F-66E4-9ECC-7717015EF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4C796-EBEA-D36A-21BD-4FE3673C0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0A1A6-A462-D3F0-B349-13DD2DBC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D54BA-39FA-DD7D-9941-94928772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33A68-3F84-A05D-7A80-D2AAE738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841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727A-EDAD-0458-A9B7-81632773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FC7E2-90BA-FB09-96E4-1B63B0E4C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EDA2C-BD36-3D15-CBD6-49B17934A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15C6E-F29B-8997-04E4-7F21FEFB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3F3EE-FE41-656C-8B77-E13372D0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115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FF6EE-B1F2-74EB-7303-04933CE20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8E83A-2FAF-4F66-621F-314190F0B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AA993-1D18-C127-C7A8-5D803028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D73B7-A0C2-8CA7-D744-E0EADC6F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72CB5-751F-C075-509D-9DCBA4DB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815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CAADE-0FDF-79B3-91C5-84721C11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6DFD4-7C49-01D2-0461-6BA01AB35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79B75-4C52-9773-1801-E399FE9DE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1FE27-D5FB-4CBF-8940-7736835DA365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D687E-5423-150F-0221-488A59EDF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C94D-A9CD-C4EE-450F-2F4D4AD6E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F1004-CBF0-43B9-B985-F92DB573D0E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467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F26D3-622E-55F0-AB4E-4787D98C1F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14" t="9018" r="37844"/>
          <a:stretch>
            <a:fillRect/>
          </a:stretch>
        </p:blipFill>
        <p:spPr>
          <a:xfrm>
            <a:off x="464249" y="1415845"/>
            <a:ext cx="2285879" cy="2935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09C83B-11FC-FF97-313D-D6E35A45BA1B}"/>
              </a:ext>
            </a:extLst>
          </p:cNvPr>
          <p:cNvSpPr txBox="1"/>
          <p:nvPr/>
        </p:nvSpPr>
        <p:spPr>
          <a:xfrm>
            <a:off x="3274469" y="354553"/>
            <a:ext cx="6937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Patterns, agents and drivers of damage in early tree regeneration </a:t>
            </a:r>
          </a:p>
          <a:p>
            <a:r>
              <a:rPr lang="en-GB" b="1" dirty="0"/>
              <a:t>following the post-2017 disturbance wave in Central Europe</a:t>
            </a:r>
            <a:r>
              <a:rPr lang="cs-CZ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7432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Czech University of Life Sciences Prague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Potterf Mária</dc:creator>
  <cp:lastModifiedBy>Potterf Mária</cp:lastModifiedBy>
  <cp:revision>1</cp:revision>
  <dcterms:created xsi:type="dcterms:W3CDTF">2026-09-18T14:08:38Z</dcterms:created>
  <dcterms:modified xsi:type="dcterms:W3CDTF">2026-09-18T14:10:40Z</dcterms:modified>
</cp:coreProperties>
</file>