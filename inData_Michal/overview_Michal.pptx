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tterf Mária" userId="c8bbe49b-b419-40ae-8553-a3c7fd497fcf" providerId="ADAL" clId="{58B3665D-E70D-4BCC-BAB8-D56DC8198622}"/>
    <pc:docChg chg="undo custSel addSld modSld">
      <pc:chgData name="Potterf Mária" userId="c8bbe49b-b419-40ae-8553-a3c7fd497fcf" providerId="ADAL" clId="{58B3665D-E70D-4BCC-BAB8-D56DC8198622}" dt="2026-10-01T08:18:53.305" v="532" actId="1076"/>
      <pc:docMkLst>
        <pc:docMk/>
      </pc:docMkLst>
      <pc:sldChg chg="addSp delSp modSp mod">
        <pc:chgData name="Potterf Mária" userId="c8bbe49b-b419-40ae-8553-a3c7fd497fcf" providerId="ADAL" clId="{58B3665D-E70D-4BCC-BAB8-D56DC8198622}" dt="2026-09-23T09:17:48.724" v="509" actId="1076"/>
        <pc:sldMkLst>
          <pc:docMk/>
          <pc:sldMk cId="774323333" sldId="256"/>
        </pc:sldMkLst>
        <pc:spChg chg="add mod">
          <ac:chgData name="Potterf Mária" userId="c8bbe49b-b419-40ae-8553-a3c7fd497fcf" providerId="ADAL" clId="{58B3665D-E70D-4BCC-BAB8-D56DC8198622}" dt="2026-09-23T09:17:37.499" v="508" actId="20577"/>
          <ac:spMkLst>
            <pc:docMk/>
            <pc:sldMk cId="774323333" sldId="256"/>
            <ac:spMk id="3" creationId="{358CD524-49F1-F86C-AEDA-C2BA391D2698}"/>
          </ac:spMkLst>
        </pc:spChg>
        <pc:spChg chg="mod">
          <ac:chgData name="Potterf Mária" userId="c8bbe49b-b419-40ae-8553-a3c7fd497fcf" providerId="ADAL" clId="{58B3665D-E70D-4BCC-BAB8-D56DC8198622}" dt="2026-09-23T09:14:34.342" v="495" actId="122"/>
          <ac:spMkLst>
            <pc:docMk/>
            <pc:sldMk cId="774323333" sldId="256"/>
            <ac:spMk id="6" creationId="{D709C83B-11FC-FF97-313D-D6E35A45BA1B}"/>
          </ac:spMkLst>
        </pc:spChg>
        <pc:spChg chg="add mod">
          <ac:chgData name="Potterf Mária" userId="c8bbe49b-b419-40ae-8553-a3c7fd497fcf" providerId="ADAL" clId="{58B3665D-E70D-4BCC-BAB8-D56DC8198622}" dt="2026-09-23T09:17:48.724" v="509" actId="1076"/>
          <ac:spMkLst>
            <pc:docMk/>
            <pc:sldMk cId="774323333" sldId="256"/>
            <ac:spMk id="7" creationId="{36D97BDA-0C26-B578-2046-F9FB2B3411C6}"/>
          </ac:spMkLst>
        </pc:spChg>
        <pc:spChg chg="add mod">
          <ac:chgData name="Potterf Mária" userId="c8bbe49b-b419-40ae-8553-a3c7fd497fcf" providerId="ADAL" clId="{58B3665D-E70D-4BCC-BAB8-D56DC8198622}" dt="2026-09-22T14:20:39.750" v="355" actId="1076"/>
          <ac:spMkLst>
            <pc:docMk/>
            <pc:sldMk cId="774323333" sldId="256"/>
            <ac:spMk id="9" creationId="{9D78EB0F-5E6E-C34E-21BA-CAB937E1B1DC}"/>
          </ac:spMkLst>
        </pc:spChg>
        <pc:spChg chg="mod">
          <ac:chgData name="Potterf Mária" userId="c8bbe49b-b419-40ae-8553-a3c7fd497fcf" providerId="ADAL" clId="{58B3665D-E70D-4BCC-BAB8-D56DC8198622}" dt="2026-09-22T14:20:13.001" v="343" actId="20577"/>
          <ac:spMkLst>
            <pc:docMk/>
            <pc:sldMk cId="774323333" sldId="256"/>
            <ac:spMk id="10" creationId="{76B36482-D07B-05C1-8366-DEAD1849DFD9}"/>
          </ac:spMkLst>
        </pc:spChg>
        <pc:spChg chg="mod">
          <ac:chgData name="Potterf Mária" userId="c8bbe49b-b419-40ae-8553-a3c7fd497fcf" providerId="ADAL" clId="{58B3665D-E70D-4BCC-BAB8-D56DC8198622}" dt="2026-09-21T08:11:34.045" v="131" actId="20577"/>
          <ac:spMkLst>
            <pc:docMk/>
            <pc:sldMk cId="774323333" sldId="256"/>
            <ac:spMk id="12" creationId="{1F2AC991-4D10-107F-0FDA-629906FA5D4C}"/>
          </ac:spMkLst>
        </pc:spChg>
        <pc:spChg chg="add mod">
          <ac:chgData name="Potterf Mária" userId="c8bbe49b-b419-40ae-8553-a3c7fd497fcf" providerId="ADAL" clId="{58B3665D-E70D-4BCC-BAB8-D56DC8198622}" dt="2026-09-22T14:20:26.926" v="351" actId="20577"/>
          <ac:spMkLst>
            <pc:docMk/>
            <pc:sldMk cId="774323333" sldId="256"/>
            <ac:spMk id="14" creationId="{2EC9DD64-2F09-6BEB-10DD-3E6D1C44FC01}"/>
          </ac:spMkLst>
        </pc:spChg>
        <pc:picChg chg="add mod">
          <ac:chgData name="Potterf Mária" userId="c8bbe49b-b419-40ae-8553-a3c7fd497fcf" providerId="ADAL" clId="{58B3665D-E70D-4BCC-BAB8-D56DC8198622}" dt="2026-09-22T14:20:34.872" v="354" actId="1076"/>
          <ac:picMkLst>
            <pc:docMk/>
            <pc:sldMk cId="774323333" sldId="256"/>
            <ac:picMk id="2" creationId="{D906444A-F93E-94D4-E5EA-64F7BB79B400}"/>
          </ac:picMkLst>
        </pc:picChg>
        <pc:picChg chg="add mod">
          <ac:chgData name="Potterf Mária" userId="c8bbe49b-b419-40ae-8553-a3c7fd497fcf" providerId="ADAL" clId="{58B3665D-E70D-4BCC-BAB8-D56DC8198622}" dt="2026-09-21T07:57:31.746" v="3" actId="1076"/>
          <ac:picMkLst>
            <pc:docMk/>
            <pc:sldMk cId="774323333" sldId="256"/>
            <ac:picMk id="8" creationId="{6087E211-B154-38C5-DC32-8B7445BFADCD}"/>
          </ac:picMkLst>
        </pc:picChg>
        <pc:picChg chg="add mod modCrop">
          <ac:chgData name="Potterf Mária" userId="c8bbe49b-b419-40ae-8553-a3c7fd497fcf" providerId="ADAL" clId="{58B3665D-E70D-4BCC-BAB8-D56DC8198622}" dt="2026-09-22T14:20:11.860" v="342" actId="1076"/>
          <ac:picMkLst>
            <pc:docMk/>
            <pc:sldMk cId="774323333" sldId="256"/>
            <ac:picMk id="13" creationId="{B93F616E-3916-8B9D-CFFC-9346E7CD58F4}"/>
          </ac:picMkLst>
        </pc:picChg>
        <pc:picChg chg="add mod modCrop">
          <ac:chgData name="Potterf Mária" userId="c8bbe49b-b419-40ae-8553-a3c7fd497fcf" providerId="ADAL" clId="{58B3665D-E70D-4BCC-BAB8-D56DC8198622}" dt="2026-09-22T14:19:30.685" v="320" actId="1076"/>
          <ac:picMkLst>
            <pc:docMk/>
            <pc:sldMk cId="774323333" sldId="256"/>
            <ac:picMk id="15" creationId="{55E4E8C6-FC48-4169-1789-B1DE80A80853}"/>
          </ac:picMkLst>
        </pc:picChg>
        <pc:picChg chg="add mod modCrop">
          <ac:chgData name="Potterf Mária" userId="c8bbe49b-b419-40ae-8553-a3c7fd497fcf" providerId="ADAL" clId="{58B3665D-E70D-4BCC-BAB8-D56DC8198622}" dt="2026-09-22T14:21:03.072" v="360" actId="732"/>
          <ac:picMkLst>
            <pc:docMk/>
            <pc:sldMk cId="774323333" sldId="256"/>
            <ac:picMk id="17" creationId="{89FBCAE6-E91E-B694-E516-CE7807B34C28}"/>
          </ac:picMkLst>
        </pc:picChg>
      </pc:sldChg>
      <pc:sldChg chg="addSp modSp new mod">
        <pc:chgData name="Potterf Mária" userId="c8bbe49b-b419-40ae-8553-a3c7fd497fcf" providerId="ADAL" clId="{58B3665D-E70D-4BCC-BAB8-D56DC8198622}" dt="2026-09-23T07:57:12.379" v="364" actId="1076"/>
        <pc:sldMkLst>
          <pc:docMk/>
          <pc:sldMk cId="3048707090" sldId="257"/>
        </pc:sldMkLst>
        <pc:picChg chg="add mod">
          <ac:chgData name="Potterf Mária" userId="c8bbe49b-b419-40ae-8553-a3c7fd497fcf" providerId="ADAL" clId="{58B3665D-E70D-4BCC-BAB8-D56DC8198622}" dt="2026-09-23T07:57:12.379" v="364" actId="1076"/>
          <ac:picMkLst>
            <pc:docMk/>
            <pc:sldMk cId="3048707090" sldId="257"/>
            <ac:picMk id="4" creationId="{57C375E9-95DD-0557-143B-4C34F0B406BF}"/>
          </ac:picMkLst>
        </pc:picChg>
        <pc:picChg chg="add mod">
          <ac:chgData name="Potterf Mária" userId="c8bbe49b-b419-40ae-8553-a3c7fd497fcf" providerId="ADAL" clId="{58B3665D-E70D-4BCC-BAB8-D56DC8198622}" dt="2026-09-22T09:39:04.580" v="240" actId="1076"/>
          <ac:picMkLst>
            <pc:docMk/>
            <pc:sldMk cId="3048707090" sldId="257"/>
            <ac:picMk id="5" creationId="{33E3DD96-0340-E3D3-4963-AFD1EA963343}"/>
          </ac:picMkLst>
        </pc:picChg>
      </pc:sldChg>
      <pc:sldChg chg="addSp delSp modSp new mod">
        <pc:chgData name="Potterf Mária" userId="c8bbe49b-b419-40ae-8553-a3c7fd497fcf" providerId="ADAL" clId="{58B3665D-E70D-4BCC-BAB8-D56DC8198622}" dt="2026-09-23T08:51:45.315" v="494" actId="478"/>
        <pc:sldMkLst>
          <pc:docMk/>
          <pc:sldMk cId="335140652" sldId="258"/>
        </pc:sldMkLst>
        <pc:spChg chg="add mod">
          <ac:chgData name="Potterf Mária" userId="c8bbe49b-b419-40ae-8553-a3c7fd497fcf" providerId="ADAL" clId="{58B3665D-E70D-4BCC-BAB8-D56DC8198622}" dt="2026-09-23T08:50:06.723" v="436" actId="113"/>
          <ac:spMkLst>
            <pc:docMk/>
            <pc:sldMk cId="335140652" sldId="258"/>
            <ac:spMk id="6" creationId="{9E0A1249-2F18-E312-5F1B-EDDEF112DB10}"/>
          </ac:spMkLst>
        </pc:spChg>
        <pc:spChg chg="add mod">
          <ac:chgData name="Potterf Mária" userId="c8bbe49b-b419-40ae-8553-a3c7fd497fcf" providerId="ADAL" clId="{58B3665D-E70D-4BCC-BAB8-D56DC8198622}" dt="2026-09-23T08:46:19.991" v="389" actId="14100"/>
          <ac:spMkLst>
            <pc:docMk/>
            <pc:sldMk cId="335140652" sldId="258"/>
            <ac:spMk id="8" creationId="{EC58A81B-070E-7631-AA29-CEEBEB0BA35D}"/>
          </ac:spMkLst>
        </pc:spChg>
        <pc:spChg chg="add mod">
          <ac:chgData name="Potterf Mária" userId="c8bbe49b-b419-40ae-8553-a3c7fd497fcf" providerId="ADAL" clId="{58B3665D-E70D-4BCC-BAB8-D56DC8198622}" dt="2026-09-23T08:50:03.106" v="435" actId="1076"/>
          <ac:spMkLst>
            <pc:docMk/>
            <pc:sldMk cId="335140652" sldId="258"/>
            <ac:spMk id="10" creationId="{7E456960-E1F8-A396-1C9D-8447B06B4D2E}"/>
          </ac:spMkLst>
        </pc:spChg>
        <pc:spChg chg="add mod">
          <ac:chgData name="Potterf Mária" userId="c8bbe49b-b419-40ae-8553-a3c7fd497fcf" providerId="ADAL" clId="{58B3665D-E70D-4BCC-BAB8-D56DC8198622}" dt="2026-09-23T08:49:51.088" v="432" actId="207"/>
          <ac:spMkLst>
            <pc:docMk/>
            <pc:sldMk cId="335140652" sldId="258"/>
            <ac:spMk id="12" creationId="{B7CCBAA1-A142-D45B-DCCD-652E37878991}"/>
          </ac:spMkLst>
        </pc:spChg>
        <pc:spChg chg="add mod">
          <ac:chgData name="Potterf Mária" userId="c8bbe49b-b419-40ae-8553-a3c7fd497fcf" providerId="ADAL" clId="{58B3665D-E70D-4BCC-BAB8-D56DC8198622}" dt="2026-09-23T08:49:55.935" v="433" actId="207"/>
          <ac:spMkLst>
            <pc:docMk/>
            <pc:sldMk cId="335140652" sldId="258"/>
            <ac:spMk id="14" creationId="{40367E25-2BE1-3A85-9E3D-087A49CB89F1}"/>
          </ac:spMkLst>
        </pc:spChg>
        <pc:spChg chg="add mod">
          <ac:chgData name="Potterf Mária" userId="c8bbe49b-b419-40ae-8553-a3c7fd497fcf" providerId="ADAL" clId="{58B3665D-E70D-4BCC-BAB8-D56DC8198622}" dt="2026-09-23T08:49:51.088" v="432" actId="207"/>
          <ac:spMkLst>
            <pc:docMk/>
            <pc:sldMk cId="335140652" sldId="258"/>
            <ac:spMk id="16" creationId="{978D38F3-042E-63E3-DAB4-B8C6D966C526}"/>
          </ac:spMkLst>
        </pc:spChg>
        <pc:spChg chg="add">
          <ac:chgData name="Potterf Mária" userId="c8bbe49b-b419-40ae-8553-a3c7fd497fcf" providerId="ADAL" clId="{58B3665D-E70D-4BCC-BAB8-D56DC8198622}" dt="2026-09-23T08:48:20.860" v="425" actId="11529"/>
          <ac:spMkLst>
            <pc:docMk/>
            <pc:sldMk cId="335140652" sldId="258"/>
            <ac:spMk id="17" creationId="{10BA7DC0-B578-918A-B915-4B7BE1D8C5FD}"/>
          </ac:spMkLst>
        </pc:spChg>
        <pc:spChg chg="add">
          <ac:chgData name="Potterf Mária" userId="c8bbe49b-b419-40ae-8553-a3c7fd497fcf" providerId="ADAL" clId="{58B3665D-E70D-4BCC-BAB8-D56DC8198622}" dt="2026-09-23T08:49:13.425" v="428" actId="11529"/>
          <ac:spMkLst>
            <pc:docMk/>
            <pc:sldMk cId="335140652" sldId="258"/>
            <ac:spMk id="19" creationId="{C223E6A9-538E-DEEB-CE1F-4551782AE7CF}"/>
          </ac:spMkLst>
        </pc:spChg>
        <pc:spChg chg="add">
          <ac:chgData name="Potterf Mária" userId="c8bbe49b-b419-40ae-8553-a3c7fd497fcf" providerId="ADAL" clId="{58B3665D-E70D-4BCC-BAB8-D56DC8198622}" dt="2026-09-23T08:49:19.847" v="429" actId="11529"/>
          <ac:spMkLst>
            <pc:docMk/>
            <pc:sldMk cId="335140652" sldId="258"/>
            <ac:spMk id="20" creationId="{4FDE219C-ACEB-516A-92C5-233BEA462FB9}"/>
          </ac:spMkLst>
        </pc:spChg>
        <pc:spChg chg="add">
          <ac:chgData name="Potterf Mária" userId="c8bbe49b-b419-40ae-8553-a3c7fd497fcf" providerId="ADAL" clId="{58B3665D-E70D-4BCC-BAB8-D56DC8198622}" dt="2026-09-23T08:49:24.046" v="430" actId="11529"/>
          <ac:spMkLst>
            <pc:docMk/>
            <pc:sldMk cId="335140652" sldId="258"/>
            <ac:spMk id="21" creationId="{49AD3F8C-CFD4-3753-E294-70DFF5CBD4F2}"/>
          </ac:spMkLst>
        </pc:spChg>
        <pc:spChg chg="add">
          <ac:chgData name="Potterf Mária" userId="c8bbe49b-b419-40ae-8553-a3c7fd497fcf" providerId="ADAL" clId="{58B3665D-E70D-4BCC-BAB8-D56DC8198622}" dt="2026-09-23T08:49:28.879" v="431" actId="11529"/>
          <ac:spMkLst>
            <pc:docMk/>
            <pc:sldMk cId="335140652" sldId="258"/>
            <ac:spMk id="22" creationId="{4788C089-92CE-B9F7-F2A5-72344DDD19BA}"/>
          </ac:spMkLst>
        </pc:spChg>
        <pc:spChg chg="add mod">
          <ac:chgData name="Potterf Mária" userId="c8bbe49b-b419-40ae-8553-a3c7fd497fcf" providerId="ADAL" clId="{58B3665D-E70D-4BCC-BAB8-D56DC8198622}" dt="2026-09-23T08:51:17.108" v="492" actId="20577"/>
          <ac:spMkLst>
            <pc:docMk/>
            <pc:sldMk cId="335140652" sldId="258"/>
            <ac:spMk id="24" creationId="{BE317454-A9B7-27BC-4E47-5040ADE2E9FA}"/>
          </ac:spMkLst>
        </pc:spChg>
        <pc:picChg chg="add mod">
          <ac:chgData name="Potterf Mária" userId="c8bbe49b-b419-40ae-8553-a3c7fd497fcf" providerId="ADAL" clId="{58B3665D-E70D-4BCC-BAB8-D56DC8198622}" dt="2026-09-23T08:46:58.271" v="393" actId="1076"/>
          <ac:picMkLst>
            <pc:docMk/>
            <pc:sldMk cId="335140652" sldId="258"/>
            <ac:picMk id="5" creationId="{E874C98B-B8DA-2617-231E-8ED3C6F995A9}"/>
          </ac:picMkLst>
        </pc:picChg>
      </pc:sldChg>
      <pc:sldChg chg="addSp modSp add mod">
        <pc:chgData name="Potterf Mária" userId="c8bbe49b-b419-40ae-8553-a3c7fd497fcf" providerId="ADAL" clId="{58B3665D-E70D-4BCC-BAB8-D56DC8198622}" dt="2026-10-01T08:18:53.305" v="532" actId="1076"/>
        <pc:sldMkLst>
          <pc:docMk/>
          <pc:sldMk cId="40932408" sldId="259"/>
        </pc:sldMkLst>
        <pc:spChg chg="mod">
          <ac:chgData name="Potterf Mária" userId="c8bbe49b-b419-40ae-8553-a3c7fd497fcf" providerId="ADAL" clId="{58B3665D-E70D-4BCC-BAB8-D56DC8198622}" dt="2026-09-23T12:51:07.303" v="524" actId="1076"/>
          <ac:spMkLst>
            <pc:docMk/>
            <pc:sldMk cId="40932408" sldId="259"/>
            <ac:spMk id="7" creationId="{E8C8E53B-F492-598B-005D-94D9EEB1D000}"/>
          </ac:spMkLst>
        </pc:spChg>
        <pc:spChg chg="add">
          <ac:chgData name="Potterf Mária" userId="c8bbe49b-b419-40ae-8553-a3c7fd497fcf" providerId="ADAL" clId="{58B3665D-E70D-4BCC-BAB8-D56DC8198622}" dt="2026-09-23T09:59:18.938" v="511" actId="22"/>
          <ac:spMkLst>
            <pc:docMk/>
            <pc:sldMk cId="40932408" sldId="259"/>
            <ac:spMk id="11" creationId="{D4F3BFFC-4E82-5AC8-A999-29E7B214675A}"/>
          </ac:spMkLst>
        </pc:spChg>
        <pc:spChg chg="add">
          <ac:chgData name="Potterf Mária" userId="c8bbe49b-b419-40ae-8553-a3c7fd497fcf" providerId="ADAL" clId="{58B3665D-E70D-4BCC-BAB8-D56DC8198622}" dt="2026-09-23T09:59:25.222" v="512" actId="22"/>
          <ac:spMkLst>
            <pc:docMk/>
            <pc:sldMk cId="40932408" sldId="259"/>
            <ac:spMk id="18" creationId="{F717377A-E54D-D068-D0F3-E0AB92A7B3A3}"/>
          </ac:spMkLst>
        </pc:spChg>
        <pc:picChg chg="mod">
          <ac:chgData name="Potterf Mária" userId="c8bbe49b-b419-40ae-8553-a3c7fd497fcf" providerId="ADAL" clId="{58B3665D-E70D-4BCC-BAB8-D56DC8198622}" dt="2026-09-23T12:51:07.303" v="524" actId="1076"/>
          <ac:picMkLst>
            <pc:docMk/>
            <pc:sldMk cId="40932408" sldId="259"/>
            <ac:picMk id="13" creationId="{8CCCD724-2E16-B30F-AB2C-0E1C0B1E756F}"/>
          </ac:picMkLst>
        </pc:picChg>
        <pc:picChg chg="mod">
          <ac:chgData name="Potterf Mária" userId="c8bbe49b-b419-40ae-8553-a3c7fd497fcf" providerId="ADAL" clId="{58B3665D-E70D-4BCC-BAB8-D56DC8198622}" dt="2026-10-01T08:18:53.305" v="532" actId="1076"/>
          <ac:picMkLst>
            <pc:docMk/>
            <pc:sldMk cId="40932408" sldId="259"/>
            <ac:picMk id="15" creationId="{4D842794-0CB6-27AE-D54D-649620266959}"/>
          </ac:picMkLst>
        </pc:picChg>
        <pc:picChg chg="add mod">
          <ac:chgData name="Potterf Mária" userId="c8bbe49b-b419-40ae-8553-a3c7fd497fcf" providerId="ADAL" clId="{58B3665D-E70D-4BCC-BAB8-D56DC8198622}" dt="2026-09-23T12:48:25.469" v="523" actId="1076"/>
          <ac:picMkLst>
            <pc:docMk/>
            <pc:sldMk cId="40932408" sldId="259"/>
            <ac:picMk id="20" creationId="{BE935801-C3C4-E514-274B-DB6963C64D0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3A10A-CD9B-0C21-457D-503F364F35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FEF693-4B54-08EF-1FF9-14A5E3FC8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F8178-292D-DE66-3351-086FE3581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FE27-D5FB-4CBF-8940-7736835DA365}" type="datetimeFigureOut">
              <a:rPr lang="cs-CZ" smtClean="0"/>
              <a:t>30.09.2026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BD817-269A-D9B3-8E63-DC2B60023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4F197-47D1-4FB2-49D7-CD8AB6E8F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F1004-CBF0-43B9-B985-F92DB573D0E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64567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0FCE2-A27E-AD3D-066F-F2834175F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C3764-F7B8-25DE-0EC9-23E9D9DC4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AAD1A-5AFD-B243-B884-527B6BBD2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FE27-D5FB-4CBF-8940-7736835DA365}" type="datetimeFigureOut">
              <a:rPr lang="cs-CZ" smtClean="0"/>
              <a:t>30.09.2026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45F4B-2E10-BF97-31EB-02F3008C1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8E05E-F511-73EB-B8B4-4A77C954E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F1004-CBF0-43B9-B985-F92DB573D0E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1319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7C5CC-305C-3CD9-755E-AF6A4443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B47C4-E96B-98B1-B74C-E99B8DB66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C85C0-AE82-E221-E7FF-487A0A7B2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FE27-D5FB-4CBF-8940-7736835DA365}" type="datetimeFigureOut">
              <a:rPr lang="cs-CZ" smtClean="0"/>
              <a:t>30.09.2026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88A35-750F-6C61-DBFD-30356DA19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0C40D-FA77-07D2-F04E-50FCCE95F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F1004-CBF0-43B9-B985-F92DB573D0E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7047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BE4A1-5DE1-A391-971B-570406F50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DBFA3-6376-278A-26F3-9D6F07DB96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50D073-9682-61C1-45C5-FB7531BF2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3C5D2-4162-FF68-241B-8207BA44E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FE27-D5FB-4CBF-8940-7736835DA365}" type="datetimeFigureOut">
              <a:rPr lang="cs-CZ" smtClean="0"/>
              <a:t>30.09.2026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0A4014-E878-9CBE-1F28-F72FBF0E1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FC579-FA28-532D-0F7E-E9C88AF41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F1004-CBF0-43B9-B985-F92DB573D0E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50821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487CD-239E-D53A-3BBE-B7E3EAC1B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0DDD8-CC6D-1978-3C47-134462C4E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8D8F1-8883-53C7-89BD-80E859124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0C5F81-DD51-7FA6-26BE-D92E08AB5A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FE4A21-7EEB-01A9-5B30-B308E35D7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8FB9E5-9D29-20C3-4C73-8E08DA4E4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FE27-D5FB-4CBF-8940-7736835DA365}" type="datetimeFigureOut">
              <a:rPr lang="cs-CZ" smtClean="0"/>
              <a:t>30.09.2026</a:t>
            </a:fld>
            <a:endParaRPr lang="cs-C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2F4840-DBFC-9564-0236-9D4883F30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72F7C1-0A08-B731-1142-88EDBDA4B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F1004-CBF0-43B9-B985-F92DB573D0E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93419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47F7D-DD1B-3C0D-4D70-0A63715CF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D5BB5B-AA16-96F1-57D0-BD947AFE4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FE27-D5FB-4CBF-8940-7736835DA365}" type="datetimeFigureOut">
              <a:rPr lang="cs-CZ" smtClean="0"/>
              <a:t>30.09.2026</a:t>
            </a:fld>
            <a:endParaRPr lang="cs-C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CE39AB-FC5F-F690-CB52-C8DFA0D58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98D7A8-EC62-E367-7762-733A9FC6A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F1004-CBF0-43B9-B985-F92DB573D0E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35117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9A518F-EC94-9FE5-FDB4-25F2E6B0A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FE27-D5FB-4CBF-8940-7736835DA365}" type="datetimeFigureOut">
              <a:rPr lang="cs-CZ" smtClean="0"/>
              <a:t>30.09.2026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7ECC1C-AE19-CD59-3E13-18D3EDEA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8DE16-04DB-FC95-DDE3-93C982917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F1004-CBF0-43B9-B985-F92DB573D0E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43428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4F4A-76F2-A2E9-88D6-762F94F1F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DE191-4B35-1AAD-39E6-4E9741A26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AE16BD-C4E7-FDA2-2CA8-F927CCE69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9C87A8-42B0-D0C5-5A78-BBCE69F8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FE27-D5FB-4CBF-8940-7736835DA365}" type="datetimeFigureOut">
              <a:rPr lang="cs-CZ" smtClean="0"/>
              <a:t>30.09.2026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BB4BF9-8624-8F30-ABD5-8F16932CA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0784AB-458F-8B2D-19C6-AA6CB17C0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F1004-CBF0-43B9-B985-F92DB573D0E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7184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F6DFE-3DDA-097F-50DD-FB46EF49C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686E09-A49F-66E4-9ECC-7717015EFE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F4C796-EBEA-D36A-21BD-4FE3673C04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0A1A6-A462-D3F0-B349-13DD2DBCD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FE27-D5FB-4CBF-8940-7736835DA365}" type="datetimeFigureOut">
              <a:rPr lang="cs-CZ" smtClean="0"/>
              <a:t>30.09.2026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D54BA-39FA-DD7D-9941-94928772C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33A68-3F84-A05D-7A80-D2AAE738B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F1004-CBF0-43B9-B985-F92DB573D0E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38414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7727A-EDAD-0458-A9B7-816327739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8FC7E2-90BA-FB09-96E4-1B63B0E4C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EDA2C-BD36-3D15-CBD6-49B17934A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FE27-D5FB-4CBF-8940-7736835DA365}" type="datetimeFigureOut">
              <a:rPr lang="cs-CZ" smtClean="0"/>
              <a:t>30.09.2026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15C6E-F29B-8997-04E4-7F21FEFB6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3F3EE-FE41-656C-8B77-E13372D0A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F1004-CBF0-43B9-B985-F92DB573D0E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81159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6FF6EE-B1F2-74EB-7303-04933CE20C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F8E83A-2FAF-4F66-621F-314190F0B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AA993-1D18-C127-C7A8-5D8030281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FE27-D5FB-4CBF-8940-7736835DA365}" type="datetimeFigureOut">
              <a:rPr lang="cs-CZ" smtClean="0"/>
              <a:t>30.09.2026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D73B7-A0C2-8CA7-D744-E0EADC6F9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72CB5-751F-C075-509D-9DCBA4DB6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F1004-CBF0-43B9-B985-F92DB573D0E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2815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ACAADE-0FDF-79B3-91C5-84721C11D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E6DFD4-7C49-01D2-0461-6BA01AB35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79B75-4C52-9773-1801-E399FE9DE5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61FE27-D5FB-4CBF-8940-7736835DA365}" type="datetimeFigureOut">
              <a:rPr lang="cs-CZ" smtClean="0"/>
              <a:t>30.09.2026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D687E-5423-150F-0221-488A59EDF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0C94D-A9CD-C4EE-450F-2F4D4AD6E9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1F1004-CBF0-43B9-B985-F92DB573D0E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4670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4F26D3-622E-55F0-AB4E-4787D98C1F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14" t="9018" r="37844" b="13341"/>
          <a:stretch>
            <a:fillRect/>
          </a:stretch>
        </p:blipFill>
        <p:spPr>
          <a:xfrm>
            <a:off x="485382" y="375744"/>
            <a:ext cx="2285879" cy="25051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09C83B-11FC-FF97-313D-D6E35A45BA1B}"/>
              </a:ext>
            </a:extLst>
          </p:cNvPr>
          <p:cNvSpPr txBox="1"/>
          <p:nvPr/>
        </p:nvSpPr>
        <p:spPr>
          <a:xfrm>
            <a:off x="3274469" y="354553"/>
            <a:ext cx="6937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Patterns, agents and drivers of damage in early tree regeneration </a:t>
            </a:r>
          </a:p>
          <a:p>
            <a:pPr algn="ctr"/>
            <a:r>
              <a:rPr lang="en-GB" b="1" dirty="0"/>
              <a:t>following the post-2017 disturbance wave in Central Europe</a:t>
            </a:r>
            <a:r>
              <a:rPr lang="cs-CZ" dirty="0"/>
              <a:t> 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87E211-B154-38C5-DC32-8B7445BFA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00" y="1435821"/>
            <a:ext cx="4460479" cy="18762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B36482-D07B-05C1-8366-DEAD1849DFD9}"/>
              </a:ext>
            </a:extLst>
          </p:cNvPr>
          <p:cNvSpPr txBox="1"/>
          <p:nvPr/>
        </p:nvSpPr>
        <p:spPr>
          <a:xfrm>
            <a:off x="3126985" y="3452062"/>
            <a:ext cx="4979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Fig. 2 Damage distribution by species and allocation on tree</a:t>
            </a:r>
            <a:endParaRPr lang="cs-CZ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2AC991-4D10-107F-0FDA-629906FA5D4C}"/>
              </a:ext>
            </a:extLst>
          </p:cNvPr>
          <p:cNvSpPr txBox="1"/>
          <p:nvPr/>
        </p:nvSpPr>
        <p:spPr>
          <a:xfrm>
            <a:off x="485382" y="2967335"/>
            <a:ext cx="2380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Fig. 1. Study area and overall damage distribution per species</a:t>
            </a:r>
            <a:endParaRPr lang="cs-CZ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8CD524-49F1-F86C-AEDA-C2BA391D2698}"/>
              </a:ext>
            </a:extLst>
          </p:cNvPr>
          <p:cNvSpPr txBox="1"/>
          <p:nvPr/>
        </p:nvSpPr>
        <p:spPr>
          <a:xfrm>
            <a:off x="-2692" y="6159090"/>
            <a:ext cx="3228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Fig. 3</a:t>
            </a:r>
            <a:r>
              <a:rPr lang="cs-CZ" dirty="0"/>
              <a:t> </a:t>
            </a:r>
            <a:r>
              <a:rPr lang="en-US" dirty="0"/>
              <a:t>Cause of damage</a:t>
            </a:r>
            <a:r>
              <a:rPr lang="cs-CZ" dirty="0"/>
              <a:t> (stem)</a:t>
            </a:r>
            <a:r>
              <a:rPr lang="en-US" dirty="0"/>
              <a:t>: </a:t>
            </a:r>
            <a:r>
              <a:rPr lang="en-US" dirty="0" err="1"/>
              <a:t>zver</a:t>
            </a:r>
            <a:r>
              <a:rPr lang="en-US" dirty="0"/>
              <a:t>, </a:t>
            </a:r>
            <a:r>
              <a:rPr lang="en-US" dirty="0" err="1"/>
              <a:t>mechanizace</a:t>
            </a:r>
            <a:r>
              <a:rPr lang="en-US" dirty="0"/>
              <a:t>,.. (</a:t>
            </a:r>
            <a:r>
              <a:rPr lang="en-US" dirty="0" err="1"/>
              <a:t>tbd</a:t>
            </a:r>
            <a:r>
              <a:rPr lang="en-US" dirty="0"/>
              <a:t>)</a:t>
            </a:r>
            <a:endParaRPr lang="cs-CZ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D97BDA-0C26-B578-2046-F9FB2B3411C6}"/>
              </a:ext>
            </a:extLst>
          </p:cNvPr>
          <p:cNvSpPr txBox="1"/>
          <p:nvPr/>
        </p:nvSpPr>
        <p:spPr>
          <a:xfrm>
            <a:off x="3844158" y="6234365"/>
            <a:ext cx="3228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Fig. 4 Damage intensity and </a:t>
            </a:r>
            <a:r>
              <a:rPr lang="en-US" dirty="0" err="1"/>
              <a:t>clusring</a:t>
            </a:r>
            <a:r>
              <a:rPr lang="en-US" dirty="0"/>
              <a:t> of damage</a:t>
            </a:r>
            <a:endParaRPr lang="cs-CZ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C9DD64-2F09-6BEB-10DD-3E6D1C44FC01}"/>
              </a:ext>
            </a:extLst>
          </p:cNvPr>
          <p:cNvSpPr txBox="1"/>
          <p:nvPr/>
        </p:nvSpPr>
        <p:spPr>
          <a:xfrm>
            <a:off x="8520935" y="2967335"/>
            <a:ext cx="3228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Fig. 5 drivers? (management/ tree species??)</a:t>
            </a:r>
            <a:endParaRPr lang="cs-CZ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06444A-F93E-94D4-E5EA-64F7BB79B4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4657" y="3775227"/>
            <a:ext cx="2694446" cy="21481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78EB0F-5E6E-C34E-21BA-CAB937E1B1DC}"/>
              </a:ext>
            </a:extLst>
          </p:cNvPr>
          <p:cNvSpPr txBox="1"/>
          <p:nvPr/>
        </p:nvSpPr>
        <p:spPr>
          <a:xfrm>
            <a:off x="8520935" y="6126565"/>
            <a:ext cx="3228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Fig. 6 Occurrence of </a:t>
            </a:r>
            <a:r>
              <a:rPr lang="en-US" dirty="0" err="1"/>
              <a:t>pathogenes</a:t>
            </a:r>
            <a:r>
              <a:rPr lang="en-US" dirty="0"/>
              <a:t> per species</a:t>
            </a:r>
            <a:endParaRPr lang="cs-CZ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93F616E-3916-8B9D-CFFC-9346E7CD58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9821" b="28455"/>
          <a:stretch>
            <a:fillRect/>
          </a:stretch>
        </p:blipFill>
        <p:spPr>
          <a:xfrm>
            <a:off x="3787464" y="4238362"/>
            <a:ext cx="3610582" cy="19960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5E4E8C6-FC48-4169-1789-B1DE80A8085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983" r="44082"/>
          <a:stretch>
            <a:fillRect/>
          </a:stretch>
        </p:blipFill>
        <p:spPr>
          <a:xfrm>
            <a:off x="8788068" y="1018246"/>
            <a:ext cx="2307999" cy="18762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9FBCAE6-E91E-B694-E516-CE7807B34C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71" t="5580" r="81630" b="18743"/>
          <a:stretch>
            <a:fillRect/>
          </a:stretch>
        </p:blipFill>
        <p:spPr>
          <a:xfrm rot="16200000">
            <a:off x="877266" y="4496420"/>
            <a:ext cx="991240" cy="204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323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89168-B3C7-F30F-F7AE-CE1465B8F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CAFB36-DA83-AD92-AF1E-E44BBE31BD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14" t="9018" r="37844" b="13341"/>
          <a:stretch>
            <a:fillRect/>
          </a:stretch>
        </p:blipFill>
        <p:spPr>
          <a:xfrm>
            <a:off x="485382" y="375744"/>
            <a:ext cx="2285879" cy="25051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F67F48-4100-4187-FCF0-A8A43E85453C}"/>
              </a:ext>
            </a:extLst>
          </p:cNvPr>
          <p:cNvSpPr txBox="1"/>
          <p:nvPr/>
        </p:nvSpPr>
        <p:spPr>
          <a:xfrm>
            <a:off x="3274469" y="354553"/>
            <a:ext cx="6937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Patterns, agents and drivers of damage in early tree regeneration </a:t>
            </a:r>
          </a:p>
          <a:p>
            <a:pPr algn="ctr"/>
            <a:r>
              <a:rPr lang="en-GB" b="1" dirty="0"/>
              <a:t>following the post-2017 disturbance wave in Central Europe</a:t>
            </a:r>
            <a:r>
              <a:rPr lang="cs-CZ" dirty="0"/>
              <a:t> 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F84C44-0D55-A483-B083-9E82B7898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00" y="1435821"/>
            <a:ext cx="4460479" cy="18762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CD76B8-50A4-27EE-58C8-AD9452C513BB}"/>
              </a:ext>
            </a:extLst>
          </p:cNvPr>
          <p:cNvSpPr txBox="1"/>
          <p:nvPr/>
        </p:nvSpPr>
        <p:spPr>
          <a:xfrm>
            <a:off x="3126985" y="3452062"/>
            <a:ext cx="4979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Fig. 2 Damage distribution by species and allocation on tree</a:t>
            </a:r>
            <a:endParaRPr lang="cs-CZ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5FB0A8-3AA5-5F38-9875-3BB8B861828E}"/>
              </a:ext>
            </a:extLst>
          </p:cNvPr>
          <p:cNvSpPr txBox="1"/>
          <p:nvPr/>
        </p:nvSpPr>
        <p:spPr>
          <a:xfrm>
            <a:off x="485382" y="2967335"/>
            <a:ext cx="2380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Fig. 1. Study area and overall damage distribution per species</a:t>
            </a:r>
            <a:endParaRPr lang="cs-CZ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3CC13A-A53F-62FC-9094-46E7959C83EE}"/>
              </a:ext>
            </a:extLst>
          </p:cNvPr>
          <p:cNvSpPr txBox="1"/>
          <p:nvPr/>
        </p:nvSpPr>
        <p:spPr>
          <a:xfrm>
            <a:off x="-2692" y="6159090"/>
            <a:ext cx="3228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Fig. 3</a:t>
            </a:r>
            <a:r>
              <a:rPr lang="cs-CZ" dirty="0"/>
              <a:t> </a:t>
            </a:r>
            <a:r>
              <a:rPr lang="en-US" dirty="0"/>
              <a:t>Cause of damage</a:t>
            </a:r>
            <a:r>
              <a:rPr lang="cs-CZ" dirty="0"/>
              <a:t> (stem)</a:t>
            </a:r>
            <a:r>
              <a:rPr lang="en-US" dirty="0"/>
              <a:t>: </a:t>
            </a:r>
            <a:r>
              <a:rPr lang="en-US" dirty="0" err="1"/>
              <a:t>zver</a:t>
            </a:r>
            <a:r>
              <a:rPr lang="en-US" dirty="0"/>
              <a:t>, </a:t>
            </a:r>
            <a:r>
              <a:rPr lang="en-US" dirty="0" err="1"/>
              <a:t>mechanizace</a:t>
            </a:r>
            <a:r>
              <a:rPr lang="en-US" dirty="0"/>
              <a:t>,.. (</a:t>
            </a:r>
            <a:r>
              <a:rPr lang="en-US" dirty="0" err="1"/>
              <a:t>tbd</a:t>
            </a:r>
            <a:r>
              <a:rPr lang="en-US" dirty="0"/>
              <a:t>)</a:t>
            </a:r>
            <a:endParaRPr lang="cs-CZ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C8E53B-F492-598B-005D-94D9EEB1D000}"/>
              </a:ext>
            </a:extLst>
          </p:cNvPr>
          <p:cNvSpPr txBox="1"/>
          <p:nvPr/>
        </p:nvSpPr>
        <p:spPr>
          <a:xfrm>
            <a:off x="5345787" y="6405459"/>
            <a:ext cx="3228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Fig. 4 Damage intensity and </a:t>
            </a:r>
            <a:r>
              <a:rPr lang="en-US" dirty="0" err="1"/>
              <a:t>clusring</a:t>
            </a:r>
            <a:r>
              <a:rPr lang="en-US" dirty="0"/>
              <a:t> of damage</a:t>
            </a:r>
            <a:endParaRPr lang="cs-CZ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032A7C-A55A-44C4-16C5-B1DE0C435F7E}"/>
              </a:ext>
            </a:extLst>
          </p:cNvPr>
          <p:cNvSpPr txBox="1"/>
          <p:nvPr/>
        </p:nvSpPr>
        <p:spPr>
          <a:xfrm>
            <a:off x="8520935" y="2967335"/>
            <a:ext cx="3228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Fig. 5 drivers? (management/ tree species??)</a:t>
            </a:r>
            <a:endParaRPr lang="cs-CZ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0BB444-5C31-28EC-0104-F7274F8967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4657" y="3775227"/>
            <a:ext cx="2694446" cy="21481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DFEC8F-187D-42CA-D715-7BE58B9A1B1B}"/>
              </a:ext>
            </a:extLst>
          </p:cNvPr>
          <p:cNvSpPr txBox="1"/>
          <p:nvPr/>
        </p:nvSpPr>
        <p:spPr>
          <a:xfrm>
            <a:off x="8520935" y="6126565"/>
            <a:ext cx="3228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Fig. 6 Occurrence of </a:t>
            </a:r>
            <a:r>
              <a:rPr lang="en-US" dirty="0" err="1"/>
              <a:t>pathogenes</a:t>
            </a:r>
            <a:r>
              <a:rPr lang="en-US" dirty="0"/>
              <a:t> per species</a:t>
            </a:r>
            <a:endParaRPr lang="cs-CZ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CCD724-2E16-B30F-AB2C-0E1C0B1E756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9821" b="28455"/>
          <a:stretch>
            <a:fillRect/>
          </a:stretch>
        </p:blipFill>
        <p:spPr>
          <a:xfrm>
            <a:off x="5289093" y="4409456"/>
            <a:ext cx="3610582" cy="19960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842794-0CB6-27AE-D54D-64962026695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983" r="44082"/>
          <a:stretch>
            <a:fillRect/>
          </a:stretch>
        </p:blipFill>
        <p:spPr>
          <a:xfrm>
            <a:off x="8813857" y="961926"/>
            <a:ext cx="2420372" cy="196762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71C959E-FDAE-2451-7FC3-0F158BDF65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71" t="5580" r="81630" b="18743"/>
          <a:stretch>
            <a:fillRect/>
          </a:stretch>
        </p:blipFill>
        <p:spPr>
          <a:xfrm rot="16200000">
            <a:off x="877266" y="4496420"/>
            <a:ext cx="991240" cy="20491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F3BFFC-4E82-5AC8-A999-29E7B214675A}"/>
              </a:ext>
            </a:extLst>
          </p:cNvPr>
          <p:cNvSpPr txBox="1"/>
          <p:nvPr/>
        </p:nvSpPr>
        <p:spPr>
          <a:xfrm>
            <a:off x="3016891" y="3229613"/>
            <a:ext cx="611767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800" b="0" i="0" dirty="0">
                <a:solidFill>
                  <a:schemeClr val="tx1"/>
                </a:solidFill>
                <a:effectLst/>
                <a:latin typeface="+mn-lt"/>
              </a:rPr>
              <a:t>​</a:t>
            </a:r>
            <a:br>
              <a:rPr lang="cs-CZ" dirty="0"/>
            </a:br>
            <a:endParaRPr lang="cs-CZ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17377A-E54D-D068-D0F3-E0AB92A7B3A3}"/>
              </a:ext>
            </a:extLst>
          </p:cNvPr>
          <p:cNvSpPr txBox="1"/>
          <p:nvPr/>
        </p:nvSpPr>
        <p:spPr>
          <a:xfrm>
            <a:off x="3016891" y="3229613"/>
            <a:ext cx="611767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800" b="0" i="0" dirty="0">
                <a:solidFill>
                  <a:schemeClr val="tx1"/>
                </a:solidFill>
                <a:effectLst/>
                <a:latin typeface="+mn-lt"/>
              </a:rPr>
              <a:t>​</a:t>
            </a:r>
            <a:br>
              <a:rPr lang="cs-CZ" dirty="0"/>
            </a:br>
            <a:endParaRPr lang="cs-CZ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E935801-C3C4-E514-274B-DB6963C64D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 flipH="1">
            <a:off x="2779206" y="4695632"/>
            <a:ext cx="2378394" cy="169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2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8FFEC-B729-320B-DD17-C0D3A2FEF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6829F-E176-0BCF-485F-5650CB3A6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E3DD96-0340-E3D3-4963-AFD1EA963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21" y="1923342"/>
            <a:ext cx="5914395" cy="41559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C375E9-95DD-0557-143B-4C34F0B40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7882" y="2144864"/>
            <a:ext cx="3735918" cy="371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707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74C98B-B8DA-2617-231E-8ED3C6F99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216" y="-38557"/>
            <a:ext cx="696356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0A1249-2F18-E312-5F1B-EDDEF112DB10}"/>
              </a:ext>
            </a:extLst>
          </p:cNvPr>
          <p:cNvSpPr txBox="1"/>
          <p:nvPr/>
        </p:nvSpPr>
        <p:spPr>
          <a:xfrm>
            <a:off x="4413802" y="3221166"/>
            <a:ext cx="224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x</a:t>
            </a:r>
            <a:endParaRPr lang="cs-CZ" sz="16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58A81B-070E-7631-AA29-CEEBEB0BA35D}"/>
              </a:ext>
            </a:extLst>
          </p:cNvPr>
          <p:cNvSpPr txBox="1"/>
          <p:nvPr/>
        </p:nvSpPr>
        <p:spPr>
          <a:xfrm>
            <a:off x="9717043" y="630366"/>
            <a:ext cx="15703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X - </a:t>
            </a:r>
            <a:r>
              <a:rPr lang="en-US" sz="1600" dirty="0" err="1">
                <a:solidFill>
                  <a:srgbClr val="FF0000"/>
                </a:solidFill>
              </a:rPr>
              <a:t>kancelaria</a:t>
            </a:r>
            <a:endParaRPr lang="cs-CZ" sz="16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456960-E1F8-A396-1C9D-8447B06B4D2E}"/>
              </a:ext>
            </a:extLst>
          </p:cNvPr>
          <p:cNvSpPr txBox="1"/>
          <p:nvPr/>
        </p:nvSpPr>
        <p:spPr>
          <a:xfrm>
            <a:off x="5015013" y="2476590"/>
            <a:ext cx="224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</a:t>
            </a:r>
            <a:endParaRPr lang="cs-CZ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CCBAA1-A142-D45B-DCCD-652E37878991}"/>
              </a:ext>
            </a:extLst>
          </p:cNvPr>
          <p:cNvSpPr txBox="1"/>
          <p:nvPr/>
        </p:nvSpPr>
        <p:spPr>
          <a:xfrm>
            <a:off x="5239131" y="3662740"/>
            <a:ext cx="224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</a:t>
            </a:r>
            <a:endParaRPr lang="cs-CZ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367E25-2BE1-3A85-9E3D-087A49CB89F1}"/>
              </a:ext>
            </a:extLst>
          </p:cNvPr>
          <p:cNvSpPr txBox="1"/>
          <p:nvPr/>
        </p:nvSpPr>
        <p:spPr>
          <a:xfrm>
            <a:off x="9717043" y="1053514"/>
            <a:ext cx="15703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 - </a:t>
            </a:r>
            <a:r>
              <a:rPr lang="en-US" sz="1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parkovisko</a:t>
            </a:r>
            <a:endParaRPr lang="cs-CZ" sz="16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8D38F3-042E-63E3-DAB4-B8C6D966C526}"/>
              </a:ext>
            </a:extLst>
          </p:cNvPr>
          <p:cNvSpPr txBox="1"/>
          <p:nvPr/>
        </p:nvSpPr>
        <p:spPr>
          <a:xfrm>
            <a:off x="5127072" y="2882612"/>
            <a:ext cx="224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</a:t>
            </a:r>
            <a:endParaRPr lang="cs-CZ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0BA7DC0-B578-918A-B915-4B7BE1D8C5FD}"/>
              </a:ext>
            </a:extLst>
          </p:cNvPr>
          <p:cNvSpPr/>
          <p:nvPr/>
        </p:nvSpPr>
        <p:spPr>
          <a:xfrm>
            <a:off x="5096306" y="171820"/>
            <a:ext cx="3582105" cy="2328099"/>
          </a:xfrm>
          <a:custGeom>
            <a:avLst/>
            <a:gdLst>
              <a:gd name="csX0" fmla="*/ 3582105 w 3582105"/>
              <a:gd name="csY0" fmla="*/ 352492 h 2328099"/>
              <a:gd name="csX1" fmla="*/ 3514993 w 3582105"/>
              <a:gd name="csY1" fmla="*/ 306352 h 2328099"/>
              <a:gd name="csX2" fmla="*/ 3477243 w 3582105"/>
              <a:gd name="csY2" fmla="*/ 272797 h 2328099"/>
              <a:gd name="csX3" fmla="*/ 3456270 w 3582105"/>
              <a:gd name="csY3" fmla="*/ 256019 h 2328099"/>
              <a:gd name="csX4" fmla="*/ 3431103 w 3582105"/>
              <a:gd name="csY4" fmla="*/ 230852 h 2328099"/>
              <a:gd name="csX5" fmla="*/ 3414325 w 3582105"/>
              <a:gd name="csY5" fmla="*/ 226657 h 2328099"/>
              <a:gd name="csX6" fmla="*/ 3334630 w 3582105"/>
              <a:gd name="csY6" fmla="*/ 176323 h 2328099"/>
              <a:gd name="csX7" fmla="*/ 3309463 w 3582105"/>
              <a:gd name="csY7" fmla="*/ 151156 h 2328099"/>
              <a:gd name="csX8" fmla="*/ 3271712 w 3582105"/>
              <a:gd name="csY8" fmla="*/ 130184 h 2328099"/>
              <a:gd name="csX9" fmla="*/ 3250740 w 3582105"/>
              <a:gd name="csY9" fmla="*/ 113406 h 2328099"/>
              <a:gd name="csX10" fmla="*/ 3238156 w 3582105"/>
              <a:gd name="csY10" fmla="*/ 100822 h 2328099"/>
              <a:gd name="csX11" fmla="*/ 3175239 w 3582105"/>
              <a:gd name="csY11" fmla="*/ 67266 h 2328099"/>
              <a:gd name="csX12" fmla="*/ 3154266 w 3582105"/>
              <a:gd name="csY12" fmla="*/ 54683 h 2328099"/>
              <a:gd name="csX13" fmla="*/ 3141683 w 3582105"/>
              <a:gd name="csY13" fmla="*/ 42099 h 2328099"/>
              <a:gd name="csX14" fmla="*/ 3124905 w 3582105"/>
              <a:gd name="csY14" fmla="*/ 37905 h 2328099"/>
              <a:gd name="csX15" fmla="*/ 3108127 w 3582105"/>
              <a:gd name="csY15" fmla="*/ 29516 h 2328099"/>
              <a:gd name="csX16" fmla="*/ 3095544 w 3582105"/>
              <a:gd name="csY16" fmla="*/ 21127 h 2328099"/>
              <a:gd name="csX17" fmla="*/ 3070377 w 3582105"/>
              <a:gd name="csY17" fmla="*/ 16932 h 2328099"/>
              <a:gd name="csX18" fmla="*/ 3028432 w 3582105"/>
              <a:gd name="csY18" fmla="*/ 154 h 2328099"/>
              <a:gd name="csX19" fmla="*/ 2973903 w 3582105"/>
              <a:gd name="csY19" fmla="*/ 4349 h 2328099"/>
              <a:gd name="csX20" fmla="*/ 2961320 w 3582105"/>
              <a:gd name="csY20" fmla="*/ 16932 h 2328099"/>
              <a:gd name="csX21" fmla="*/ 2927764 w 3582105"/>
              <a:gd name="csY21" fmla="*/ 71461 h 2328099"/>
              <a:gd name="csX22" fmla="*/ 2915180 w 3582105"/>
              <a:gd name="csY22" fmla="*/ 96628 h 2328099"/>
              <a:gd name="csX23" fmla="*/ 2898402 w 3582105"/>
              <a:gd name="csY23" fmla="*/ 121795 h 2328099"/>
              <a:gd name="csX24" fmla="*/ 2890013 w 3582105"/>
              <a:gd name="csY24" fmla="*/ 138573 h 2328099"/>
              <a:gd name="csX25" fmla="*/ 2877430 w 3582105"/>
              <a:gd name="csY25" fmla="*/ 151156 h 2328099"/>
              <a:gd name="csX26" fmla="*/ 2864846 w 3582105"/>
              <a:gd name="csY26" fmla="*/ 167934 h 2328099"/>
              <a:gd name="csX27" fmla="*/ 2839679 w 3582105"/>
              <a:gd name="csY27" fmla="*/ 188907 h 2328099"/>
              <a:gd name="csX28" fmla="*/ 2818707 w 3582105"/>
              <a:gd name="csY28" fmla="*/ 214074 h 2328099"/>
              <a:gd name="csX29" fmla="*/ 2801929 w 3582105"/>
              <a:gd name="csY29" fmla="*/ 230852 h 2328099"/>
              <a:gd name="csX30" fmla="*/ 2780956 w 3582105"/>
              <a:gd name="csY30" fmla="*/ 264408 h 2328099"/>
              <a:gd name="csX31" fmla="*/ 2751595 w 3582105"/>
              <a:gd name="csY31" fmla="*/ 293769 h 2328099"/>
              <a:gd name="csX32" fmla="*/ 2722233 w 3582105"/>
              <a:gd name="csY32" fmla="*/ 327325 h 2328099"/>
              <a:gd name="csX33" fmla="*/ 2709650 w 3582105"/>
              <a:gd name="csY33" fmla="*/ 339908 h 2328099"/>
              <a:gd name="csX34" fmla="*/ 2688677 w 3582105"/>
              <a:gd name="csY34" fmla="*/ 344103 h 2328099"/>
              <a:gd name="csX35" fmla="*/ 2646733 w 3582105"/>
              <a:gd name="csY35" fmla="*/ 369270 h 2328099"/>
              <a:gd name="csX36" fmla="*/ 2629955 w 3582105"/>
              <a:gd name="csY36" fmla="*/ 377659 h 2328099"/>
              <a:gd name="csX37" fmla="*/ 2608982 w 3582105"/>
              <a:gd name="csY37" fmla="*/ 390242 h 2328099"/>
              <a:gd name="csX38" fmla="*/ 2432813 w 3582105"/>
              <a:gd name="csY38" fmla="*/ 394437 h 2328099"/>
              <a:gd name="csX39" fmla="*/ 2399257 w 3582105"/>
              <a:gd name="csY39" fmla="*/ 402826 h 2328099"/>
              <a:gd name="csX40" fmla="*/ 2327951 w 3582105"/>
              <a:gd name="csY40" fmla="*/ 432187 h 2328099"/>
              <a:gd name="csX41" fmla="*/ 2302784 w 3582105"/>
              <a:gd name="csY41" fmla="*/ 436382 h 2328099"/>
              <a:gd name="csX42" fmla="*/ 2248255 w 3582105"/>
              <a:gd name="csY42" fmla="*/ 453160 h 2328099"/>
              <a:gd name="csX43" fmla="*/ 2214700 w 3582105"/>
              <a:gd name="csY43" fmla="*/ 465743 h 2328099"/>
              <a:gd name="csX44" fmla="*/ 2147588 w 3582105"/>
              <a:gd name="csY44" fmla="*/ 482521 h 2328099"/>
              <a:gd name="csX45" fmla="*/ 2109837 w 3582105"/>
              <a:gd name="csY45" fmla="*/ 495105 h 2328099"/>
              <a:gd name="csX46" fmla="*/ 2009169 w 3582105"/>
              <a:gd name="csY46" fmla="*/ 520272 h 2328099"/>
              <a:gd name="csX47" fmla="*/ 1954641 w 3582105"/>
              <a:gd name="csY47" fmla="*/ 537050 h 2328099"/>
              <a:gd name="csX48" fmla="*/ 1845584 w 3582105"/>
              <a:gd name="csY48" fmla="*/ 553828 h 2328099"/>
              <a:gd name="csX49" fmla="*/ 1761694 w 3582105"/>
              <a:gd name="csY49" fmla="*/ 566411 h 2328099"/>
              <a:gd name="csX50" fmla="*/ 1543580 w 3582105"/>
              <a:gd name="csY50" fmla="*/ 587384 h 2328099"/>
              <a:gd name="csX51" fmla="*/ 1434523 w 3582105"/>
              <a:gd name="csY51" fmla="*/ 591578 h 2328099"/>
              <a:gd name="csX52" fmla="*/ 1367411 w 3582105"/>
              <a:gd name="csY52" fmla="*/ 595773 h 2328099"/>
              <a:gd name="csX53" fmla="*/ 1283522 w 3582105"/>
              <a:gd name="csY53" fmla="*/ 599967 h 2328099"/>
              <a:gd name="csX54" fmla="*/ 1065408 w 3582105"/>
              <a:gd name="csY54" fmla="*/ 608356 h 2328099"/>
              <a:gd name="csX55" fmla="*/ 968934 w 3582105"/>
              <a:gd name="csY55" fmla="*/ 616745 h 2328099"/>
              <a:gd name="csX56" fmla="*/ 931184 w 3582105"/>
              <a:gd name="csY56" fmla="*/ 620940 h 2328099"/>
              <a:gd name="csX57" fmla="*/ 906017 w 3582105"/>
              <a:gd name="csY57" fmla="*/ 625134 h 2328099"/>
              <a:gd name="csX58" fmla="*/ 876655 w 3582105"/>
              <a:gd name="csY58" fmla="*/ 629329 h 2328099"/>
              <a:gd name="csX59" fmla="*/ 834711 w 3582105"/>
              <a:gd name="csY59" fmla="*/ 641912 h 2328099"/>
              <a:gd name="csX60" fmla="*/ 817933 w 3582105"/>
              <a:gd name="csY60" fmla="*/ 662885 h 2328099"/>
              <a:gd name="csX61" fmla="*/ 796960 w 3582105"/>
              <a:gd name="csY61" fmla="*/ 683857 h 2328099"/>
              <a:gd name="csX62" fmla="*/ 792766 w 3582105"/>
              <a:gd name="csY62" fmla="*/ 696441 h 2328099"/>
              <a:gd name="csX63" fmla="*/ 784377 w 3582105"/>
              <a:gd name="csY63" fmla="*/ 717413 h 2328099"/>
              <a:gd name="csX64" fmla="*/ 775988 w 3582105"/>
              <a:gd name="csY64" fmla="*/ 780330 h 2328099"/>
              <a:gd name="csX65" fmla="*/ 796960 w 3582105"/>
              <a:gd name="csY65" fmla="*/ 893582 h 2328099"/>
              <a:gd name="csX66" fmla="*/ 801155 w 3582105"/>
              <a:gd name="csY66" fmla="*/ 964888 h 2328099"/>
              <a:gd name="csX67" fmla="*/ 805349 w 3582105"/>
              <a:gd name="csY67" fmla="*/ 994250 h 2328099"/>
              <a:gd name="csX68" fmla="*/ 830516 w 3582105"/>
              <a:gd name="csY68" fmla="*/ 1061362 h 2328099"/>
              <a:gd name="csX69" fmla="*/ 843100 w 3582105"/>
              <a:gd name="csY69" fmla="*/ 1128474 h 2328099"/>
              <a:gd name="csX70" fmla="*/ 851488 w 3582105"/>
              <a:gd name="csY70" fmla="*/ 1170419 h 2328099"/>
              <a:gd name="csX71" fmla="*/ 859877 w 3582105"/>
              <a:gd name="csY71" fmla="*/ 1191391 h 2328099"/>
              <a:gd name="csX72" fmla="*/ 864072 w 3582105"/>
              <a:gd name="csY72" fmla="*/ 1208169 h 2328099"/>
              <a:gd name="csX73" fmla="*/ 893433 w 3582105"/>
              <a:gd name="csY73" fmla="*/ 1254308 h 2328099"/>
              <a:gd name="csX74" fmla="*/ 906017 w 3582105"/>
              <a:gd name="csY74" fmla="*/ 1279475 h 2328099"/>
              <a:gd name="csX75" fmla="*/ 918600 w 3582105"/>
              <a:gd name="csY75" fmla="*/ 1300448 h 2328099"/>
              <a:gd name="csX76" fmla="*/ 931184 w 3582105"/>
              <a:gd name="csY76" fmla="*/ 1346587 h 2328099"/>
              <a:gd name="csX77" fmla="*/ 943767 w 3582105"/>
              <a:gd name="csY77" fmla="*/ 1371754 h 2328099"/>
              <a:gd name="csX78" fmla="*/ 968934 w 3582105"/>
              <a:gd name="csY78" fmla="*/ 1455644 h 2328099"/>
              <a:gd name="csX79" fmla="*/ 977323 w 3582105"/>
              <a:gd name="csY79" fmla="*/ 1489200 h 2328099"/>
              <a:gd name="csX80" fmla="*/ 981518 w 3582105"/>
              <a:gd name="csY80" fmla="*/ 1518562 h 2328099"/>
              <a:gd name="csX81" fmla="*/ 998296 w 3582105"/>
              <a:gd name="csY81" fmla="*/ 1564701 h 2328099"/>
              <a:gd name="csX82" fmla="*/ 1002490 w 3582105"/>
              <a:gd name="csY82" fmla="*/ 1594063 h 2328099"/>
              <a:gd name="csX83" fmla="*/ 1010879 w 3582105"/>
              <a:gd name="csY83" fmla="*/ 1665369 h 2328099"/>
              <a:gd name="csX84" fmla="*/ 1015074 w 3582105"/>
              <a:gd name="csY84" fmla="*/ 1736675 h 2328099"/>
              <a:gd name="csX85" fmla="*/ 1023463 w 3582105"/>
              <a:gd name="csY85" fmla="*/ 1925428 h 2328099"/>
              <a:gd name="csX86" fmla="*/ 1010879 w 3582105"/>
              <a:gd name="csY86" fmla="*/ 2030290 h 2328099"/>
              <a:gd name="csX87" fmla="*/ 952156 w 3582105"/>
              <a:gd name="csY87" fmla="*/ 2059652 h 2328099"/>
              <a:gd name="csX88" fmla="*/ 897628 w 3582105"/>
              <a:gd name="csY88" fmla="*/ 2076430 h 2328099"/>
              <a:gd name="csX89" fmla="*/ 859877 w 3582105"/>
              <a:gd name="csY89" fmla="*/ 2080624 h 2328099"/>
              <a:gd name="csX90" fmla="*/ 838905 w 3582105"/>
              <a:gd name="csY90" fmla="*/ 2084819 h 2328099"/>
              <a:gd name="csX91" fmla="*/ 813738 w 3582105"/>
              <a:gd name="csY91" fmla="*/ 2089013 h 2328099"/>
              <a:gd name="csX92" fmla="*/ 792766 w 3582105"/>
              <a:gd name="csY92" fmla="*/ 2093208 h 2328099"/>
              <a:gd name="csX93" fmla="*/ 763404 w 3582105"/>
              <a:gd name="csY93" fmla="*/ 2097402 h 2328099"/>
              <a:gd name="csX94" fmla="*/ 687903 w 3582105"/>
              <a:gd name="csY94" fmla="*/ 2109986 h 2328099"/>
              <a:gd name="csX95" fmla="*/ 494956 w 3582105"/>
              <a:gd name="csY95" fmla="*/ 2114180 h 2328099"/>
              <a:gd name="csX96" fmla="*/ 390094 w 3582105"/>
              <a:gd name="csY96" fmla="*/ 2118374 h 2328099"/>
              <a:gd name="csX97" fmla="*/ 310399 w 3582105"/>
              <a:gd name="csY97" fmla="*/ 2135152 h 2328099"/>
              <a:gd name="csX98" fmla="*/ 293621 w 3582105"/>
              <a:gd name="csY98" fmla="*/ 2143541 h 2328099"/>
              <a:gd name="csX99" fmla="*/ 218120 w 3582105"/>
              <a:gd name="csY99" fmla="*/ 2168708 h 2328099"/>
              <a:gd name="csX100" fmla="*/ 218120 w 3582105"/>
              <a:gd name="csY100" fmla="*/ 2168708 h 2328099"/>
              <a:gd name="csX101" fmla="*/ 117452 w 3582105"/>
              <a:gd name="csY101" fmla="*/ 2193875 h 2328099"/>
              <a:gd name="csX102" fmla="*/ 54534 w 3582105"/>
              <a:gd name="csY102" fmla="*/ 2214848 h 2328099"/>
              <a:gd name="csX103" fmla="*/ 20978 w 3582105"/>
              <a:gd name="csY103" fmla="*/ 2231626 h 2328099"/>
              <a:gd name="csX104" fmla="*/ 8395 w 3582105"/>
              <a:gd name="csY104" fmla="*/ 2273571 h 2328099"/>
              <a:gd name="csX105" fmla="*/ 4200 w 3582105"/>
              <a:gd name="csY105" fmla="*/ 2286154 h 2328099"/>
              <a:gd name="csX106" fmla="*/ 6 w 3582105"/>
              <a:gd name="csY106" fmla="*/ 2328099 h 23280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</a:cxnLst>
            <a:rect l="l" t="t" r="r" b="b"/>
            <a:pathLst>
              <a:path w="3582105" h="2328099">
                <a:moveTo>
                  <a:pt x="3582105" y="352492"/>
                </a:moveTo>
                <a:cubicBezTo>
                  <a:pt x="3553048" y="335057"/>
                  <a:pt x="3548547" y="333195"/>
                  <a:pt x="3514993" y="306352"/>
                </a:cubicBezTo>
                <a:cubicBezTo>
                  <a:pt x="3501846" y="295835"/>
                  <a:pt x="3490026" y="283753"/>
                  <a:pt x="3477243" y="272797"/>
                </a:cubicBezTo>
                <a:cubicBezTo>
                  <a:pt x="3470445" y="266971"/>
                  <a:pt x="3462895" y="262041"/>
                  <a:pt x="3456270" y="256019"/>
                </a:cubicBezTo>
                <a:cubicBezTo>
                  <a:pt x="3447491" y="248039"/>
                  <a:pt x="3442613" y="233730"/>
                  <a:pt x="3431103" y="230852"/>
                </a:cubicBezTo>
                <a:cubicBezTo>
                  <a:pt x="3425510" y="229454"/>
                  <a:pt x="3419706" y="228727"/>
                  <a:pt x="3414325" y="226657"/>
                </a:cubicBezTo>
                <a:cubicBezTo>
                  <a:pt x="3378645" y="212934"/>
                  <a:pt x="3363361" y="205054"/>
                  <a:pt x="3334630" y="176323"/>
                </a:cubicBezTo>
                <a:cubicBezTo>
                  <a:pt x="3326241" y="167934"/>
                  <a:pt x="3320074" y="156462"/>
                  <a:pt x="3309463" y="151156"/>
                </a:cubicBezTo>
                <a:cubicBezTo>
                  <a:pt x="3295495" y="144172"/>
                  <a:pt x="3284875" y="139398"/>
                  <a:pt x="3271712" y="130184"/>
                </a:cubicBezTo>
                <a:cubicBezTo>
                  <a:pt x="3264378" y="125050"/>
                  <a:pt x="3257477" y="119301"/>
                  <a:pt x="3250740" y="113406"/>
                </a:cubicBezTo>
                <a:cubicBezTo>
                  <a:pt x="3246276" y="109500"/>
                  <a:pt x="3243033" y="104199"/>
                  <a:pt x="3238156" y="100822"/>
                </a:cubicBezTo>
                <a:cubicBezTo>
                  <a:pt x="3172333" y="55252"/>
                  <a:pt x="3219395" y="89343"/>
                  <a:pt x="3175239" y="67266"/>
                </a:cubicBezTo>
                <a:cubicBezTo>
                  <a:pt x="3167947" y="63620"/>
                  <a:pt x="3160788" y="59575"/>
                  <a:pt x="3154266" y="54683"/>
                </a:cubicBezTo>
                <a:cubicBezTo>
                  <a:pt x="3149520" y="51124"/>
                  <a:pt x="3146833" y="45042"/>
                  <a:pt x="3141683" y="42099"/>
                </a:cubicBezTo>
                <a:cubicBezTo>
                  <a:pt x="3136678" y="39239"/>
                  <a:pt x="3130498" y="39303"/>
                  <a:pt x="3124905" y="37905"/>
                </a:cubicBezTo>
                <a:cubicBezTo>
                  <a:pt x="3119312" y="35109"/>
                  <a:pt x="3113556" y="32618"/>
                  <a:pt x="3108127" y="29516"/>
                </a:cubicBezTo>
                <a:cubicBezTo>
                  <a:pt x="3103750" y="27015"/>
                  <a:pt x="3100326" y="22721"/>
                  <a:pt x="3095544" y="21127"/>
                </a:cubicBezTo>
                <a:cubicBezTo>
                  <a:pt x="3087476" y="18437"/>
                  <a:pt x="3078766" y="18330"/>
                  <a:pt x="3070377" y="16932"/>
                </a:cubicBezTo>
                <a:cubicBezTo>
                  <a:pt x="3059488" y="11487"/>
                  <a:pt x="3040018" y="764"/>
                  <a:pt x="3028432" y="154"/>
                </a:cubicBezTo>
                <a:cubicBezTo>
                  <a:pt x="3010227" y="-804"/>
                  <a:pt x="2992079" y="2951"/>
                  <a:pt x="2973903" y="4349"/>
                </a:cubicBezTo>
                <a:cubicBezTo>
                  <a:pt x="2969709" y="8543"/>
                  <a:pt x="2964962" y="12250"/>
                  <a:pt x="2961320" y="16932"/>
                </a:cubicBezTo>
                <a:cubicBezTo>
                  <a:pt x="2950577" y="30744"/>
                  <a:pt x="2935806" y="56526"/>
                  <a:pt x="2927764" y="71461"/>
                </a:cubicBezTo>
                <a:cubicBezTo>
                  <a:pt x="2923317" y="79719"/>
                  <a:pt x="2919906" y="88526"/>
                  <a:pt x="2915180" y="96628"/>
                </a:cubicBezTo>
                <a:cubicBezTo>
                  <a:pt x="2910100" y="105337"/>
                  <a:pt x="2903589" y="113149"/>
                  <a:pt x="2898402" y="121795"/>
                </a:cubicBezTo>
                <a:cubicBezTo>
                  <a:pt x="2895185" y="127157"/>
                  <a:pt x="2893647" y="133485"/>
                  <a:pt x="2890013" y="138573"/>
                </a:cubicBezTo>
                <a:cubicBezTo>
                  <a:pt x="2886565" y="143400"/>
                  <a:pt x="2881290" y="146652"/>
                  <a:pt x="2877430" y="151156"/>
                </a:cubicBezTo>
                <a:cubicBezTo>
                  <a:pt x="2872880" y="156464"/>
                  <a:pt x="2869789" y="162991"/>
                  <a:pt x="2864846" y="167934"/>
                </a:cubicBezTo>
                <a:cubicBezTo>
                  <a:pt x="2857124" y="175656"/>
                  <a:pt x="2847401" y="181185"/>
                  <a:pt x="2839679" y="188907"/>
                </a:cubicBezTo>
                <a:cubicBezTo>
                  <a:pt x="2831958" y="196629"/>
                  <a:pt x="2826012" y="205957"/>
                  <a:pt x="2818707" y="214074"/>
                </a:cubicBezTo>
                <a:cubicBezTo>
                  <a:pt x="2813416" y="219953"/>
                  <a:pt x="2806675" y="224525"/>
                  <a:pt x="2801929" y="230852"/>
                </a:cubicBezTo>
                <a:cubicBezTo>
                  <a:pt x="2794015" y="241404"/>
                  <a:pt x="2789196" y="254108"/>
                  <a:pt x="2780956" y="264408"/>
                </a:cubicBezTo>
                <a:cubicBezTo>
                  <a:pt x="2772310" y="275216"/>
                  <a:pt x="2759273" y="282253"/>
                  <a:pt x="2751595" y="293769"/>
                </a:cubicBezTo>
                <a:cubicBezTo>
                  <a:pt x="2721534" y="338860"/>
                  <a:pt x="2748449" y="305478"/>
                  <a:pt x="2722233" y="327325"/>
                </a:cubicBezTo>
                <a:cubicBezTo>
                  <a:pt x="2717676" y="331122"/>
                  <a:pt x="2714955" y="337255"/>
                  <a:pt x="2709650" y="339908"/>
                </a:cubicBezTo>
                <a:cubicBezTo>
                  <a:pt x="2703273" y="343096"/>
                  <a:pt x="2695668" y="342705"/>
                  <a:pt x="2688677" y="344103"/>
                </a:cubicBezTo>
                <a:cubicBezTo>
                  <a:pt x="2624684" y="376100"/>
                  <a:pt x="2695295" y="338918"/>
                  <a:pt x="2646733" y="369270"/>
                </a:cubicBezTo>
                <a:cubicBezTo>
                  <a:pt x="2641431" y="372584"/>
                  <a:pt x="2635421" y="374622"/>
                  <a:pt x="2629955" y="377659"/>
                </a:cubicBezTo>
                <a:cubicBezTo>
                  <a:pt x="2622828" y="381618"/>
                  <a:pt x="2617105" y="389551"/>
                  <a:pt x="2608982" y="390242"/>
                </a:cubicBezTo>
                <a:cubicBezTo>
                  <a:pt x="2550454" y="395223"/>
                  <a:pt x="2491536" y="393039"/>
                  <a:pt x="2432813" y="394437"/>
                </a:cubicBezTo>
                <a:cubicBezTo>
                  <a:pt x="2421628" y="397233"/>
                  <a:pt x="2409918" y="398436"/>
                  <a:pt x="2399257" y="402826"/>
                </a:cubicBezTo>
                <a:cubicBezTo>
                  <a:pt x="2375488" y="412613"/>
                  <a:pt x="2353306" y="427961"/>
                  <a:pt x="2327951" y="432187"/>
                </a:cubicBezTo>
                <a:cubicBezTo>
                  <a:pt x="2319562" y="433585"/>
                  <a:pt x="2311071" y="434470"/>
                  <a:pt x="2302784" y="436382"/>
                </a:cubicBezTo>
                <a:cubicBezTo>
                  <a:pt x="2288932" y="439579"/>
                  <a:pt x="2262218" y="448173"/>
                  <a:pt x="2248255" y="453160"/>
                </a:cubicBezTo>
                <a:cubicBezTo>
                  <a:pt x="2237005" y="457178"/>
                  <a:pt x="2226168" y="462398"/>
                  <a:pt x="2214700" y="465743"/>
                </a:cubicBezTo>
                <a:cubicBezTo>
                  <a:pt x="2192563" y="472200"/>
                  <a:pt x="2169464" y="475229"/>
                  <a:pt x="2147588" y="482521"/>
                </a:cubicBezTo>
                <a:cubicBezTo>
                  <a:pt x="2135004" y="486716"/>
                  <a:pt x="2122634" y="491615"/>
                  <a:pt x="2109837" y="495105"/>
                </a:cubicBezTo>
                <a:cubicBezTo>
                  <a:pt x="2076467" y="504206"/>
                  <a:pt x="2042228" y="510100"/>
                  <a:pt x="2009169" y="520272"/>
                </a:cubicBezTo>
                <a:cubicBezTo>
                  <a:pt x="1990993" y="525865"/>
                  <a:pt x="1973270" y="533229"/>
                  <a:pt x="1954641" y="537050"/>
                </a:cubicBezTo>
                <a:cubicBezTo>
                  <a:pt x="1918611" y="544441"/>
                  <a:pt x="1881945" y="548295"/>
                  <a:pt x="1845584" y="553828"/>
                </a:cubicBezTo>
                <a:cubicBezTo>
                  <a:pt x="1817630" y="558082"/>
                  <a:pt x="1789797" y="563288"/>
                  <a:pt x="1761694" y="566411"/>
                </a:cubicBezTo>
                <a:cubicBezTo>
                  <a:pt x="1676200" y="575911"/>
                  <a:pt x="1628504" y="582389"/>
                  <a:pt x="1543580" y="587384"/>
                </a:cubicBezTo>
                <a:cubicBezTo>
                  <a:pt x="1507264" y="589520"/>
                  <a:pt x="1470861" y="589848"/>
                  <a:pt x="1434523" y="591578"/>
                </a:cubicBezTo>
                <a:cubicBezTo>
                  <a:pt x="1412134" y="592644"/>
                  <a:pt x="1389791" y="594530"/>
                  <a:pt x="1367411" y="595773"/>
                </a:cubicBezTo>
                <a:lnTo>
                  <a:pt x="1283522" y="599967"/>
                </a:lnTo>
                <a:lnTo>
                  <a:pt x="1065408" y="608356"/>
                </a:lnTo>
                <a:cubicBezTo>
                  <a:pt x="1011385" y="612512"/>
                  <a:pt x="1017830" y="611598"/>
                  <a:pt x="968934" y="616745"/>
                </a:cubicBezTo>
                <a:cubicBezTo>
                  <a:pt x="956343" y="618070"/>
                  <a:pt x="943734" y="619267"/>
                  <a:pt x="931184" y="620940"/>
                </a:cubicBezTo>
                <a:cubicBezTo>
                  <a:pt x="922754" y="622064"/>
                  <a:pt x="914423" y="623841"/>
                  <a:pt x="906017" y="625134"/>
                </a:cubicBezTo>
                <a:cubicBezTo>
                  <a:pt x="896245" y="626637"/>
                  <a:pt x="886322" y="627257"/>
                  <a:pt x="876655" y="629329"/>
                </a:cubicBezTo>
                <a:cubicBezTo>
                  <a:pt x="863215" y="632209"/>
                  <a:pt x="848188" y="637420"/>
                  <a:pt x="834711" y="641912"/>
                </a:cubicBezTo>
                <a:cubicBezTo>
                  <a:pt x="829118" y="648903"/>
                  <a:pt x="824264" y="656554"/>
                  <a:pt x="817933" y="662885"/>
                </a:cubicBezTo>
                <a:cubicBezTo>
                  <a:pt x="789967" y="690851"/>
                  <a:pt x="819333" y="650299"/>
                  <a:pt x="796960" y="683857"/>
                </a:cubicBezTo>
                <a:cubicBezTo>
                  <a:pt x="795562" y="688052"/>
                  <a:pt x="794318" y="692301"/>
                  <a:pt x="792766" y="696441"/>
                </a:cubicBezTo>
                <a:cubicBezTo>
                  <a:pt x="790122" y="703491"/>
                  <a:pt x="786358" y="710149"/>
                  <a:pt x="784377" y="717413"/>
                </a:cubicBezTo>
                <a:cubicBezTo>
                  <a:pt x="780845" y="730362"/>
                  <a:pt x="777035" y="770906"/>
                  <a:pt x="775988" y="780330"/>
                </a:cubicBezTo>
                <a:cubicBezTo>
                  <a:pt x="777759" y="789187"/>
                  <a:pt x="794608" y="865364"/>
                  <a:pt x="796960" y="893582"/>
                </a:cubicBezTo>
                <a:cubicBezTo>
                  <a:pt x="798937" y="917310"/>
                  <a:pt x="799178" y="941160"/>
                  <a:pt x="801155" y="964888"/>
                </a:cubicBezTo>
                <a:cubicBezTo>
                  <a:pt x="801976" y="974741"/>
                  <a:pt x="802470" y="984792"/>
                  <a:pt x="805349" y="994250"/>
                </a:cubicBezTo>
                <a:cubicBezTo>
                  <a:pt x="812305" y="1017107"/>
                  <a:pt x="826113" y="1037879"/>
                  <a:pt x="830516" y="1061362"/>
                </a:cubicBezTo>
                <a:cubicBezTo>
                  <a:pt x="834711" y="1083733"/>
                  <a:pt x="839028" y="1106081"/>
                  <a:pt x="843100" y="1128474"/>
                </a:cubicBezTo>
                <a:cubicBezTo>
                  <a:pt x="845578" y="1142102"/>
                  <a:pt x="847037" y="1157066"/>
                  <a:pt x="851488" y="1170419"/>
                </a:cubicBezTo>
                <a:cubicBezTo>
                  <a:pt x="853869" y="1177562"/>
                  <a:pt x="857496" y="1184248"/>
                  <a:pt x="859877" y="1191391"/>
                </a:cubicBezTo>
                <a:cubicBezTo>
                  <a:pt x="861700" y="1196860"/>
                  <a:pt x="862048" y="1202771"/>
                  <a:pt x="864072" y="1208169"/>
                </a:cubicBezTo>
                <a:cubicBezTo>
                  <a:pt x="871792" y="1228755"/>
                  <a:pt x="880459" y="1233226"/>
                  <a:pt x="893433" y="1254308"/>
                </a:cubicBezTo>
                <a:cubicBezTo>
                  <a:pt x="898349" y="1262296"/>
                  <a:pt x="901526" y="1271241"/>
                  <a:pt x="906017" y="1279475"/>
                </a:cubicBezTo>
                <a:cubicBezTo>
                  <a:pt x="909921" y="1286632"/>
                  <a:pt x="914406" y="1293457"/>
                  <a:pt x="918600" y="1300448"/>
                </a:cubicBezTo>
                <a:cubicBezTo>
                  <a:pt x="922549" y="1320189"/>
                  <a:pt x="922997" y="1326938"/>
                  <a:pt x="931184" y="1346587"/>
                </a:cubicBezTo>
                <a:cubicBezTo>
                  <a:pt x="934791" y="1355245"/>
                  <a:pt x="940699" y="1362891"/>
                  <a:pt x="943767" y="1371754"/>
                </a:cubicBezTo>
                <a:cubicBezTo>
                  <a:pt x="953317" y="1399343"/>
                  <a:pt x="961853" y="1427321"/>
                  <a:pt x="968934" y="1455644"/>
                </a:cubicBezTo>
                <a:cubicBezTo>
                  <a:pt x="971730" y="1466829"/>
                  <a:pt x="975062" y="1477894"/>
                  <a:pt x="977323" y="1489200"/>
                </a:cubicBezTo>
                <a:cubicBezTo>
                  <a:pt x="979262" y="1498895"/>
                  <a:pt x="979295" y="1508928"/>
                  <a:pt x="981518" y="1518562"/>
                </a:cubicBezTo>
                <a:cubicBezTo>
                  <a:pt x="984456" y="1531292"/>
                  <a:pt x="993292" y="1552190"/>
                  <a:pt x="998296" y="1564701"/>
                </a:cubicBezTo>
                <a:cubicBezTo>
                  <a:pt x="999694" y="1574488"/>
                  <a:pt x="1001506" y="1584225"/>
                  <a:pt x="1002490" y="1594063"/>
                </a:cubicBezTo>
                <a:cubicBezTo>
                  <a:pt x="1009445" y="1663610"/>
                  <a:pt x="1001531" y="1627974"/>
                  <a:pt x="1010879" y="1665369"/>
                </a:cubicBezTo>
                <a:cubicBezTo>
                  <a:pt x="1012277" y="1689138"/>
                  <a:pt x="1014224" y="1712880"/>
                  <a:pt x="1015074" y="1736675"/>
                </a:cubicBezTo>
                <a:cubicBezTo>
                  <a:pt x="1021693" y="1922003"/>
                  <a:pt x="1009955" y="1844392"/>
                  <a:pt x="1023463" y="1925428"/>
                </a:cubicBezTo>
                <a:cubicBezTo>
                  <a:pt x="1019268" y="1960382"/>
                  <a:pt x="1022355" y="1997008"/>
                  <a:pt x="1010879" y="2030290"/>
                </a:cubicBezTo>
                <a:cubicBezTo>
                  <a:pt x="1008768" y="2036412"/>
                  <a:pt x="957404" y="2057684"/>
                  <a:pt x="952156" y="2059652"/>
                </a:cubicBezTo>
                <a:cubicBezTo>
                  <a:pt x="946748" y="2061680"/>
                  <a:pt x="910841" y="2074397"/>
                  <a:pt x="897628" y="2076430"/>
                </a:cubicBezTo>
                <a:cubicBezTo>
                  <a:pt x="885114" y="2078355"/>
                  <a:pt x="872411" y="2078833"/>
                  <a:pt x="859877" y="2080624"/>
                </a:cubicBezTo>
                <a:cubicBezTo>
                  <a:pt x="852820" y="2081632"/>
                  <a:pt x="845919" y="2083544"/>
                  <a:pt x="838905" y="2084819"/>
                </a:cubicBezTo>
                <a:cubicBezTo>
                  <a:pt x="830537" y="2086340"/>
                  <a:pt x="822106" y="2087492"/>
                  <a:pt x="813738" y="2089013"/>
                </a:cubicBezTo>
                <a:cubicBezTo>
                  <a:pt x="806724" y="2090288"/>
                  <a:pt x="799798" y="2092036"/>
                  <a:pt x="792766" y="2093208"/>
                </a:cubicBezTo>
                <a:cubicBezTo>
                  <a:pt x="783014" y="2094833"/>
                  <a:pt x="773191" y="2096004"/>
                  <a:pt x="763404" y="2097402"/>
                </a:cubicBezTo>
                <a:cubicBezTo>
                  <a:pt x="727344" y="2109422"/>
                  <a:pt x="737379" y="2108280"/>
                  <a:pt x="687903" y="2109986"/>
                </a:cubicBezTo>
                <a:cubicBezTo>
                  <a:pt x="623610" y="2112203"/>
                  <a:pt x="559261" y="2112369"/>
                  <a:pt x="494956" y="2114180"/>
                </a:cubicBezTo>
                <a:cubicBezTo>
                  <a:pt x="459988" y="2115165"/>
                  <a:pt x="425048" y="2116976"/>
                  <a:pt x="390094" y="2118374"/>
                </a:cubicBezTo>
                <a:cubicBezTo>
                  <a:pt x="380868" y="2120219"/>
                  <a:pt x="321062" y="2131871"/>
                  <a:pt x="310399" y="2135152"/>
                </a:cubicBezTo>
                <a:cubicBezTo>
                  <a:pt x="304423" y="2136991"/>
                  <a:pt x="299497" y="2141404"/>
                  <a:pt x="293621" y="2143541"/>
                </a:cubicBezTo>
                <a:cubicBezTo>
                  <a:pt x="268690" y="2152607"/>
                  <a:pt x="243287" y="2160319"/>
                  <a:pt x="218120" y="2168708"/>
                </a:cubicBezTo>
                <a:lnTo>
                  <a:pt x="218120" y="2168708"/>
                </a:lnTo>
                <a:cubicBezTo>
                  <a:pt x="119975" y="2188337"/>
                  <a:pt x="241623" y="2162832"/>
                  <a:pt x="117452" y="2193875"/>
                </a:cubicBezTo>
                <a:cubicBezTo>
                  <a:pt x="81172" y="2202945"/>
                  <a:pt x="87469" y="2199478"/>
                  <a:pt x="54534" y="2214848"/>
                </a:cubicBezTo>
                <a:cubicBezTo>
                  <a:pt x="43202" y="2220136"/>
                  <a:pt x="20978" y="2231626"/>
                  <a:pt x="20978" y="2231626"/>
                </a:cubicBezTo>
                <a:cubicBezTo>
                  <a:pt x="11475" y="2260137"/>
                  <a:pt x="22811" y="2225519"/>
                  <a:pt x="8395" y="2273571"/>
                </a:cubicBezTo>
                <a:cubicBezTo>
                  <a:pt x="7125" y="2277806"/>
                  <a:pt x="5598" y="2281960"/>
                  <a:pt x="4200" y="2286154"/>
                </a:cubicBezTo>
                <a:cubicBezTo>
                  <a:pt x="-341" y="2322485"/>
                  <a:pt x="6" y="2308438"/>
                  <a:pt x="6" y="232809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23E6A9-538E-DEEB-CE1F-4551782AE7CF}"/>
              </a:ext>
            </a:extLst>
          </p:cNvPr>
          <p:cNvSpPr/>
          <p:nvPr/>
        </p:nvSpPr>
        <p:spPr>
          <a:xfrm>
            <a:off x="5670958" y="3867325"/>
            <a:ext cx="3913464" cy="1795244"/>
          </a:xfrm>
          <a:custGeom>
            <a:avLst/>
            <a:gdLst>
              <a:gd name="csX0" fmla="*/ 3913464 w 3913464"/>
              <a:gd name="csY0" fmla="*/ 1065402 h 1795244"/>
              <a:gd name="csX1" fmla="*/ 3888297 w 3913464"/>
              <a:gd name="csY1" fmla="*/ 1086374 h 1795244"/>
              <a:gd name="csX2" fmla="*/ 3825380 w 3913464"/>
              <a:gd name="csY2" fmla="*/ 1199625 h 1795244"/>
              <a:gd name="csX3" fmla="*/ 3804407 w 3913464"/>
              <a:gd name="csY3" fmla="*/ 1266737 h 1795244"/>
              <a:gd name="csX4" fmla="*/ 3770851 w 3913464"/>
              <a:gd name="csY4" fmla="*/ 1354822 h 1795244"/>
              <a:gd name="csX5" fmla="*/ 3741490 w 3913464"/>
              <a:gd name="csY5" fmla="*/ 1413545 h 1795244"/>
              <a:gd name="csX6" fmla="*/ 3691156 w 3913464"/>
              <a:gd name="csY6" fmla="*/ 1551963 h 1795244"/>
              <a:gd name="csX7" fmla="*/ 3661794 w 3913464"/>
              <a:gd name="csY7" fmla="*/ 1598103 h 1795244"/>
              <a:gd name="csX8" fmla="*/ 3632433 w 3913464"/>
              <a:gd name="csY8" fmla="*/ 1652631 h 1795244"/>
              <a:gd name="csX9" fmla="*/ 3594682 w 3913464"/>
              <a:gd name="csY9" fmla="*/ 1686187 h 1795244"/>
              <a:gd name="csX10" fmla="*/ 3573710 w 3913464"/>
              <a:gd name="csY10" fmla="*/ 1707159 h 1795244"/>
              <a:gd name="csX11" fmla="*/ 3531765 w 3913464"/>
              <a:gd name="csY11" fmla="*/ 1740715 h 1795244"/>
              <a:gd name="csX12" fmla="*/ 3502403 w 3913464"/>
              <a:gd name="csY12" fmla="*/ 1761688 h 1795244"/>
              <a:gd name="csX13" fmla="*/ 3485625 w 3913464"/>
              <a:gd name="csY13" fmla="*/ 1778466 h 1795244"/>
              <a:gd name="csX14" fmla="*/ 3468848 w 3913464"/>
              <a:gd name="csY14" fmla="*/ 1782660 h 1795244"/>
              <a:gd name="csX15" fmla="*/ 3397541 w 3913464"/>
              <a:gd name="csY15" fmla="*/ 1795244 h 1795244"/>
              <a:gd name="csX16" fmla="*/ 3309457 w 3913464"/>
              <a:gd name="csY16" fmla="*/ 1786855 h 1795244"/>
              <a:gd name="csX17" fmla="*/ 3250734 w 3913464"/>
              <a:gd name="csY17" fmla="*/ 1740715 h 1795244"/>
              <a:gd name="csX18" fmla="*/ 3233956 w 3913464"/>
              <a:gd name="csY18" fmla="*/ 1711354 h 1795244"/>
              <a:gd name="csX19" fmla="*/ 3217178 w 3913464"/>
              <a:gd name="csY19" fmla="*/ 1694576 h 1795244"/>
              <a:gd name="csX20" fmla="*/ 3187816 w 3913464"/>
              <a:gd name="csY20" fmla="*/ 1656825 h 1795244"/>
              <a:gd name="csX21" fmla="*/ 3154260 w 3913464"/>
              <a:gd name="csY21" fmla="*/ 1602297 h 1795244"/>
              <a:gd name="csX22" fmla="*/ 3145871 w 3913464"/>
              <a:gd name="csY22" fmla="*/ 1585519 h 1795244"/>
              <a:gd name="csX23" fmla="*/ 3061981 w 3913464"/>
              <a:gd name="csY23" fmla="*/ 1489046 h 1795244"/>
              <a:gd name="csX24" fmla="*/ 3036814 w 3913464"/>
              <a:gd name="csY24" fmla="*/ 1468073 h 1795244"/>
              <a:gd name="csX25" fmla="*/ 3011648 w 3913464"/>
              <a:gd name="csY25" fmla="*/ 1442906 h 1795244"/>
              <a:gd name="csX26" fmla="*/ 2898396 w 3913464"/>
              <a:gd name="csY26" fmla="*/ 1350627 h 1795244"/>
              <a:gd name="csX27" fmla="*/ 2810312 w 3913464"/>
              <a:gd name="csY27" fmla="*/ 1245765 h 1795244"/>
              <a:gd name="csX28" fmla="*/ 2780950 w 3913464"/>
              <a:gd name="csY28" fmla="*/ 1212209 h 1795244"/>
              <a:gd name="csX29" fmla="*/ 2734811 w 3913464"/>
              <a:gd name="csY29" fmla="*/ 1166069 h 1795244"/>
              <a:gd name="csX30" fmla="*/ 2697060 w 3913464"/>
              <a:gd name="csY30" fmla="*/ 1119930 h 1795244"/>
              <a:gd name="csX31" fmla="*/ 2659310 w 3913464"/>
              <a:gd name="csY31" fmla="*/ 1090569 h 1795244"/>
              <a:gd name="csX32" fmla="*/ 2596392 w 3913464"/>
              <a:gd name="csY32" fmla="*/ 1031846 h 1795244"/>
              <a:gd name="csX33" fmla="*/ 2516697 w 3913464"/>
              <a:gd name="csY33" fmla="*/ 977317 h 1795244"/>
              <a:gd name="csX34" fmla="*/ 2491530 w 3913464"/>
              <a:gd name="csY34" fmla="*/ 952150 h 1795244"/>
              <a:gd name="csX35" fmla="*/ 2457974 w 3913464"/>
              <a:gd name="csY35" fmla="*/ 926983 h 1795244"/>
              <a:gd name="csX36" fmla="*/ 2386668 w 3913464"/>
              <a:gd name="csY36" fmla="*/ 864066 h 1795244"/>
              <a:gd name="csX37" fmla="*/ 2294389 w 3913464"/>
              <a:gd name="csY37" fmla="*/ 801148 h 1795244"/>
              <a:gd name="csX38" fmla="*/ 2248249 w 3913464"/>
              <a:gd name="csY38" fmla="*/ 759203 h 1795244"/>
              <a:gd name="csX39" fmla="*/ 2214693 w 3913464"/>
              <a:gd name="csY39" fmla="*/ 742425 h 1795244"/>
              <a:gd name="csX40" fmla="*/ 2160165 w 3913464"/>
              <a:gd name="csY40" fmla="*/ 700481 h 1795244"/>
              <a:gd name="csX41" fmla="*/ 2139192 w 3913464"/>
              <a:gd name="csY41" fmla="*/ 692092 h 1795244"/>
              <a:gd name="csX42" fmla="*/ 2105636 w 3913464"/>
              <a:gd name="csY42" fmla="*/ 671119 h 1795244"/>
              <a:gd name="csX43" fmla="*/ 2076275 w 3913464"/>
              <a:gd name="csY43" fmla="*/ 662730 h 1795244"/>
              <a:gd name="csX44" fmla="*/ 2030136 w 3913464"/>
              <a:gd name="csY44" fmla="*/ 637563 h 1795244"/>
              <a:gd name="csX45" fmla="*/ 1996580 w 3913464"/>
              <a:gd name="csY45" fmla="*/ 629174 h 1795244"/>
              <a:gd name="csX46" fmla="*/ 1958829 w 3913464"/>
              <a:gd name="csY46" fmla="*/ 612396 h 1795244"/>
              <a:gd name="csX47" fmla="*/ 1929468 w 3913464"/>
              <a:gd name="csY47" fmla="*/ 604007 h 1795244"/>
              <a:gd name="csX48" fmla="*/ 1908495 w 3913464"/>
              <a:gd name="csY48" fmla="*/ 595618 h 1795244"/>
              <a:gd name="csX49" fmla="*/ 1895912 w 3913464"/>
              <a:gd name="csY49" fmla="*/ 591424 h 1795244"/>
              <a:gd name="csX50" fmla="*/ 1845578 w 3913464"/>
              <a:gd name="csY50" fmla="*/ 574646 h 1795244"/>
              <a:gd name="csX51" fmla="*/ 1497435 w 3913464"/>
              <a:gd name="csY51" fmla="*/ 570451 h 1795244"/>
              <a:gd name="csX52" fmla="*/ 1359016 w 3913464"/>
              <a:gd name="csY52" fmla="*/ 587229 h 1795244"/>
              <a:gd name="csX53" fmla="*/ 1300293 w 3913464"/>
              <a:gd name="csY53" fmla="*/ 595618 h 1795244"/>
              <a:gd name="csX54" fmla="*/ 1254154 w 3913464"/>
              <a:gd name="csY54" fmla="*/ 608202 h 1795244"/>
              <a:gd name="csX55" fmla="*/ 1145097 w 3913464"/>
              <a:gd name="csY55" fmla="*/ 629174 h 1795244"/>
              <a:gd name="csX56" fmla="*/ 1069596 w 3913464"/>
              <a:gd name="csY56" fmla="*/ 650147 h 1795244"/>
              <a:gd name="csX57" fmla="*/ 943761 w 3913464"/>
              <a:gd name="csY57" fmla="*/ 675314 h 1795244"/>
              <a:gd name="csX58" fmla="*/ 872455 w 3913464"/>
              <a:gd name="csY58" fmla="*/ 696286 h 1795244"/>
              <a:gd name="csX59" fmla="*/ 763398 w 3913464"/>
              <a:gd name="csY59" fmla="*/ 725647 h 1795244"/>
              <a:gd name="csX60" fmla="*/ 738231 w 3913464"/>
              <a:gd name="csY60" fmla="*/ 734036 h 1795244"/>
              <a:gd name="csX61" fmla="*/ 683703 w 3913464"/>
              <a:gd name="csY61" fmla="*/ 742425 h 1795244"/>
              <a:gd name="csX62" fmla="*/ 583035 w 3913464"/>
              <a:gd name="csY62" fmla="*/ 750814 h 1795244"/>
              <a:gd name="csX63" fmla="*/ 444616 w 3913464"/>
              <a:gd name="csY63" fmla="*/ 746620 h 1795244"/>
              <a:gd name="csX64" fmla="*/ 427838 w 3913464"/>
              <a:gd name="csY64" fmla="*/ 738231 h 1795244"/>
              <a:gd name="csX65" fmla="*/ 406866 w 3913464"/>
              <a:gd name="csY65" fmla="*/ 729842 h 1795244"/>
              <a:gd name="csX66" fmla="*/ 356532 w 3913464"/>
              <a:gd name="csY66" fmla="*/ 713064 h 1795244"/>
              <a:gd name="csX67" fmla="*/ 331365 w 3913464"/>
              <a:gd name="csY67" fmla="*/ 696286 h 1795244"/>
              <a:gd name="csX68" fmla="*/ 314587 w 3913464"/>
              <a:gd name="csY68" fmla="*/ 687897 h 1795244"/>
              <a:gd name="csX69" fmla="*/ 293614 w 3913464"/>
              <a:gd name="csY69" fmla="*/ 671119 h 1795244"/>
              <a:gd name="csX70" fmla="*/ 281031 w 3913464"/>
              <a:gd name="csY70" fmla="*/ 662730 h 1795244"/>
              <a:gd name="csX71" fmla="*/ 264253 w 3913464"/>
              <a:gd name="csY71" fmla="*/ 650147 h 1795244"/>
              <a:gd name="csX72" fmla="*/ 251670 w 3913464"/>
              <a:gd name="csY72" fmla="*/ 641758 h 1795244"/>
              <a:gd name="csX73" fmla="*/ 226503 w 3913464"/>
              <a:gd name="csY73" fmla="*/ 620785 h 1795244"/>
              <a:gd name="csX74" fmla="*/ 184558 w 3913464"/>
              <a:gd name="csY74" fmla="*/ 604007 h 1795244"/>
              <a:gd name="csX75" fmla="*/ 176169 w 3913464"/>
              <a:gd name="csY75" fmla="*/ 591424 h 1795244"/>
              <a:gd name="csX76" fmla="*/ 155196 w 3913464"/>
              <a:gd name="csY76" fmla="*/ 578840 h 1795244"/>
              <a:gd name="csX77" fmla="*/ 159391 w 3913464"/>
              <a:gd name="csY77" fmla="*/ 541090 h 1795244"/>
              <a:gd name="csX78" fmla="*/ 176169 w 3913464"/>
              <a:gd name="csY78" fmla="*/ 494950 h 1795244"/>
              <a:gd name="csX79" fmla="*/ 218114 w 3913464"/>
              <a:gd name="csY79" fmla="*/ 457200 h 1795244"/>
              <a:gd name="csX80" fmla="*/ 247475 w 3913464"/>
              <a:gd name="csY80" fmla="*/ 427838 h 1795244"/>
              <a:gd name="csX81" fmla="*/ 251670 w 3913464"/>
              <a:gd name="csY81" fmla="*/ 398477 h 1795244"/>
              <a:gd name="csX82" fmla="*/ 255864 w 3913464"/>
              <a:gd name="csY82" fmla="*/ 381699 h 1795244"/>
              <a:gd name="csX83" fmla="*/ 260059 w 3913464"/>
              <a:gd name="csY83" fmla="*/ 343948 h 1795244"/>
              <a:gd name="csX84" fmla="*/ 268448 w 3913464"/>
              <a:gd name="csY84" fmla="*/ 264253 h 1795244"/>
              <a:gd name="csX85" fmla="*/ 260059 w 3913464"/>
              <a:gd name="csY85" fmla="*/ 146807 h 1795244"/>
              <a:gd name="csX86" fmla="*/ 251670 w 3913464"/>
              <a:gd name="csY86" fmla="*/ 96473 h 1795244"/>
              <a:gd name="csX87" fmla="*/ 247475 w 3913464"/>
              <a:gd name="csY87" fmla="*/ 83890 h 1795244"/>
              <a:gd name="csX88" fmla="*/ 234892 w 3913464"/>
              <a:gd name="csY88" fmla="*/ 71306 h 1795244"/>
              <a:gd name="csX89" fmla="*/ 226503 w 3913464"/>
              <a:gd name="csY89" fmla="*/ 50334 h 1795244"/>
              <a:gd name="csX90" fmla="*/ 222308 w 3913464"/>
              <a:gd name="csY90" fmla="*/ 33556 h 1795244"/>
              <a:gd name="csX91" fmla="*/ 176169 w 3913464"/>
              <a:gd name="csY91" fmla="*/ 8389 h 1795244"/>
              <a:gd name="csX92" fmla="*/ 138418 w 3913464"/>
              <a:gd name="csY92" fmla="*/ 4194 h 1795244"/>
              <a:gd name="csX93" fmla="*/ 121640 w 3913464"/>
              <a:gd name="csY93" fmla="*/ 0 h 1795244"/>
              <a:gd name="csX94" fmla="*/ 0 w 3913464"/>
              <a:gd name="csY94" fmla="*/ 4194 h 1795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</a:cxnLst>
            <a:rect l="l" t="t" r="r" b="b"/>
            <a:pathLst>
              <a:path w="3913464" h="1795244">
                <a:moveTo>
                  <a:pt x="3913464" y="1065402"/>
                </a:moveTo>
                <a:cubicBezTo>
                  <a:pt x="3905075" y="1072393"/>
                  <a:pt x="3894915" y="1077688"/>
                  <a:pt x="3888297" y="1086374"/>
                </a:cubicBezTo>
                <a:cubicBezTo>
                  <a:pt x="3865888" y="1115786"/>
                  <a:pt x="3839024" y="1162787"/>
                  <a:pt x="3825380" y="1199625"/>
                </a:cubicBezTo>
                <a:cubicBezTo>
                  <a:pt x="3817240" y="1221604"/>
                  <a:pt x="3812176" y="1244625"/>
                  <a:pt x="3804407" y="1266737"/>
                </a:cubicBezTo>
                <a:cubicBezTo>
                  <a:pt x="3793992" y="1296381"/>
                  <a:pt x="3783228" y="1325942"/>
                  <a:pt x="3770851" y="1354822"/>
                </a:cubicBezTo>
                <a:cubicBezTo>
                  <a:pt x="3762230" y="1374937"/>
                  <a:pt x="3749727" y="1393270"/>
                  <a:pt x="3741490" y="1413545"/>
                </a:cubicBezTo>
                <a:cubicBezTo>
                  <a:pt x="3716042" y="1476187"/>
                  <a:pt x="3720333" y="1493610"/>
                  <a:pt x="3691156" y="1551963"/>
                </a:cubicBezTo>
                <a:cubicBezTo>
                  <a:pt x="3683003" y="1568268"/>
                  <a:pt x="3670647" y="1582167"/>
                  <a:pt x="3661794" y="1598103"/>
                </a:cubicBezTo>
                <a:cubicBezTo>
                  <a:pt x="3641476" y="1634675"/>
                  <a:pt x="3658681" y="1620551"/>
                  <a:pt x="3632433" y="1652631"/>
                </a:cubicBezTo>
                <a:cubicBezTo>
                  <a:pt x="3609251" y="1680964"/>
                  <a:pt x="3617436" y="1665961"/>
                  <a:pt x="3594682" y="1686187"/>
                </a:cubicBezTo>
                <a:cubicBezTo>
                  <a:pt x="3587293" y="1692755"/>
                  <a:pt x="3581025" y="1700509"/>
                  <a:pt x="3573710" y="1707159"/>
                </a:cubicBezTo>
                <a:cubicBezTo>
                  <a:pt x="3557709" y="1721706"/>
                  <a:pt x="3547974" y="1728559"/>
                  <a:pt x="3531765" y="1740715"/>
                </a:cubicBezTo>
                <a:cubicBezTo>
                  <a:pt x="3513704" y="1767808"/>
                  <a:pt x="3536265" y="1739113"/>
                  <a:pt x="3502403" y="1761688"/>
                </a:cubicBezTo>
                <a:cubicBezTo>
                  <a:pt x="3495822" y="1766075"/>
                  <a:pt x="3492332" y="1774274"/>
                  <a:pt x="3485625" y="1778466"/>
                </a:cubicBezTo>
                <a:cubicBezTo>
                  <a:pt x="3480737" y="1781521"/>
                  <a:pt x="3474391" y="1781076"/>
                  <a:pt x="3468848" y="1782660"/>
                </a:cubicBezTo>
                <a:cubicBezTo>
                  <a:pt x="3427054" y="1794601"/>
                  <a:pt x="3507381" y="1779553"/>
                  <a:pt x="3397541" y="1795244"/>
                </a:cubicBezTo>
                <a:cubicBezTo>
                  <a:pt x="3368180" y="1792448"/>
                  <a:pt x="3337889" y="1794698"/>
                  <a:pt x="3309457" y="1786855"/>
                </a:cubicBezTo>
                <a:cubicBezTo>
                  <a:pt x="3303134" y="1785111"/>
                  <a:pt x="3258549" y="1747228"/>
                  <a:pt x="3250734" y="1740715"/>
                </a:cubicBezTo>
                <a:cubicBezTo>
                  <a:pt x="3245141" y="1730928"/>
                  <a:pt x="3240586" y="1720470"/>
                  <a:pt x="3233956" y="1711354"/>
                </a:cubicBezTo>
                <a:cubicBezTo>
                  <a:pt x="3229304" y="1704958"/>
                  <a:pt x="3222287" y="1700614"/>
                  <a:pt x="3217178" y="1694576"/>
                </a:cubicBezTo>
                <a:cubicBezTo>
                  <a:pt x="3206881" y="1682406"/>
                  <a:pt x="3196659" y="1670089"/>
                  <a:pt x="3187816" y="1656825"/>
                </a:cubicBezTo>
                <a:cubicBezTo>
                  <a:pt x="3169656" y="1629586"/>
                  <a:pt x="3170594" y="1632243"/>
                  <a:pt x="3154260" y="1602297"/>
                </a:cubicBezTo>
                <a:cubicBezTo>
                  <a:pt x="3151266" y="1596808"/>
                  <a:pt x="3149669" y="1590486"/>
                  <a:pt x="3145871" y="1585519"/>
                </a:cubicBezTo>
                <a:cubicBezTo>
                  <a:pt x="3142834" y="1581547"/>
                  <a:pt x="3072009" y="1497403"/>
                  <a:pt x="3061981" y="1489046"/>
                </a:cubicBezTo>
                <a:cubicBezTo>
                  <a:pt x="3053592" y="1482055"/>
                  <a:pt x="3044864" y="1475452"/>
                  <a:pt x="3036814" y="1468073"/>
                </a:cubicBezTo>
                <a:cubicBezTo>
                  <a:pt x="3028069" y="1460056"/>
                  <a:pt x="3020806" y="1450448"/>
                  <a:pt x="3011648" y="1442906"/>
                </a:cubicBezTo>
                <a:cubicBezTo>
                  <a:pt x="2940081" y="1383968"/>
                  <a:pt x="2981988" y="1434219"/>
                  <a:pt x="2898396" y="1350627"/>
                </a:cubicBezTo>
                <a:cubicBezTo>
                  <a:pt x="2827943" y="1280174"/>
                  <a:pt x="2941499" y="1395690"/>
                  <a:pt x="2810312" y="1245765"/>
                </a:cubicBezTo>
                <a:cubicBezTo>
                  <a:pt x="2800525" y="1234580"/>
                  <a:pt x="2791172" y="1222999"/>
                  <a:pt x="2780950" y="1212209"/>
                </a:cubicBezTo>
                <a:cubicBezTo>
                  <a:pt x="2765991" y="1196419"/>
                  <a:pt x="2749442" y="1182163"/>
                  <a:pt x="2734811" y="1166069"/>
                </a:cubicBezTo>
                <a:cubicBezTo>
                  <a:pt x="2721444" y="1151365"/>
                  <a:pt x="2711111" y="1133981"/>
                  <a:pt x="2697060" y="1119930"/>
                </a:cubicBezTo>
                <a:cubicBezTo>
                  <a:pt x="2685788" y="1108658"/>
                  <a:pt x="2671307" y="1101066"/>
                  <a:pt x="2659310" y="1090569"/>
                </a:cubicBezTo>
                <a:cubicBezTo>
                  <a:pt x="2620514" y="1056622"/>
                  <a:pt x="2639210" y="1063960"/>
                  <a:pt x="2596392" y="1031846"/>
                </a:cubicBezTo>
                <a:cubicBezTo>
                  <a:pt x="2513842" y="969933"/>
                  <a:pt x="2620891" y="1063124"/>
                  <a:pt x="2516697" y="977317"/>
                </a:cubicBezTo>
                <a:cubicBezTo>
                  <a:pt x="2507539" y="969775"/>
                  <a:pt x="2500538" y="959871"/>
                  <a:pt x="2491530" y="952150"/>
                </a:cubicBezTo>
                <a:cubicBezTo>
                  <a:pt x="2480914" y="943051"/>
                  <a:pt x="2468680" y="935976"/>
                  <a:pt x="2457974" y="926983"/>
                </a:cubicBezTo>
                <a:cubicBezTo>
                  <a:pt x="2433702" y="906595"/>
                  <a:pt x="2412858" y="881923"/>
                  <a:pt x="2386668" y="864066"/>
                </a:cubicBezTo>
                <a:cubicBezTo>
                  <a:pt x="2355908" y="843093"/>
                  <a:pt x="2321936" y="826191"/>
                  <a:pt x="2294389" y="801148"/>
                </a:cubicBezTo>
                <a:cubicBezTo>
                  <a:pt x="2279009" y="787166"/>
                  <a:pt x="2264982" y="771533"/>
                  <a:pt x="2248249" y="759203"/>
                </a:cubicBezTo>
                <a:cubicBezTo>
                  <a:pt x="2238181" y="751785"/>
                  <a:pt x="2225098" y="749362"/>
                  <a:pt x="2214693" y="742425"/>
                </a:cubicBezTo>
                <a:cubicBezTo>
                  <a:pt x="2165395" y="709559"/>
                  <a:pt x="2205664" y="725297"/>
                  <a:pt x="2160165" y="700481"/>
                </a:cubicBezTo>
                <a:cubicBezTo>
                  <a:pt x="2153555" y="696876"/>
                  <a:pt x="2145822" y="695662"/>
                  <a:pt x="2139192" y="692092"/>
                </a:cubicBezTo>
                <a:cubicBezTo>
                  <a:pt x="2127578" y="685838"/>
                  <a:pt x="2117589" y="676697"/>
                  <a:pt x="2105636" y="671119"/>
                </a:cubicBezTo>
                <a:cubicBezTo>
                  <a:pt x="2096412" y="666815"/>
                  <a:pt x="2085775" y="666384"/>
                  <a:pt x="2076275" y="662730"/>
                </a:cubicBezTo>
                <a:cubicBezTo>
                  <a:pt x="2047331" y="651598"/>
                  <a:pt x="2056095" y="650543"/>
                  <a:pt x="2030136" y="637563"/>
                </a:cubicBezTo>
                <a:cubicBezTo>
                  <a:pt x="2021542" y="633266"/>
                  <a:pt x="2004550" y="630768"/>
                  <a:pt x="1996580" y="629174"/>
                </a:cubicBezTo>
                <a:cubicBezTo>
                  <a:pt x="1983996" y="623581"/>
                  <a:pt x="1971723" y="617231"/>
                  <a:pt x="1958829" y="612396"/>
                </a:cubicBezTo>
                <a:cubicBezTo>
                  <a:pt x="1949298" y="608822"/>
                  <a:pt x="1939124" y="607226"/>
                  <a:pt x="1929468" y="604007"/>
                </a:cubicBezTo>
                <a:cubicBezTo>
                  <a:pt x="1922325" y="601626"/>
                  <a:pt x="1915545" y="598262"/>
                  <a:pt x="1908495" y="595618"/>
                </a:cubicBezTo>
                <a:cubicBezTo>
                  <a:pt x="1904355" y="594066"/>
                  <a:pt x="1899952" y="593220"/>
                  <a:pt x="1895912" y="591424"/>
                </a:cubicBezTo>
                <a:cubicBezTo>
                  <a:pt x="1856582" y="573944"/>
                  <a:pt x="1885941" y="581372"/>
                  <a:pt x="1845578" y="574646"/>
                </a:cubicBezTo>
                <a:cubicBezTo>
                  <a:pt x="1730623" y="517169"/>
                  <a:pt x="1824005" y="560654"/>
                  <a:pt x="1497435" y="570451"/>
                </a:cubicBezTo>
                <a:cubicBezTo>
                  <a:pt x="1433480" y="572370"/>
                  <a:pt x="1414763" y="578653"/>
                  <a:pt x="1359016" y="587229"/>
                </a:cubicBezTo>
                <a:cubicBezTo>
                  <a:pt x="1339473" y="590236"/>
                  <a:pt x="1319682" y="591740"/>
                  <a:pt x="1300293" y="595618"/>
                </a:cubicBezTo>
                <a:cubicBezTo>
                  <a:pt x="1284661" y="598744"/>
                  <a:pt x="1269735" y="604833"/>
                  <a:pt x="1254154" y="608202"/>
                </a:cubicBezTo>
                <a:cubicBezTo>
                  <a:pt x="1217972" y="616025"/>
                  <a:pt x="1180765" y="619266"/>
                  <a:pt x="1145097" y="629174"/>
                </a:cubicBezTo>
                <a:cubicBezTo>
                  <a:pt x="1119930" y="636165"/>
                  <a:pt x="1095056" y="644312"/>
                  <a:pt x="1069596" y="650147"/>
                </a:cubicBezTo>
                <a:cubicBezTo>
                  <a:pt x="1027901" y="659702"/>
                  <a:pt x="943761" y="675314"/>
                  <a:pt x="943761" y="675314"/>
                </a:cubicBezTo>
                <a:cubicBezTo>
                  <a:pt x="890341" y="698208"/>
                  <a:pt x="939509" y="679523"/>
                  <a:pt x="872455" y="696286"/>
                </a:cubicBezTo>
                <a:cubicBezTo>
                  <a:pt x="835932" y="705417"/>
                  <a:pt x="799113" y="713742"/>
                  <a:pt x="763398" y="725647"/>
                </a:cubicBezTo>
                <a:cubicBezTo>
                  <a:pt x="755009" y="728443"/>
                  <a:pt x="746762" y="731709"/>
                  <a:pt x="738231" y="734036"/>
                </a:cubicBezTo>
                <a:cubicBezTo>
                  <a:pt x="722436" y="738344"/>
                  <a:pt x="698670" y="740664"/>
                  <a:pt x="683703" y="742425"/>
                </a:cubicBezTo>
                <a:cubicBezTo>
                  <a:pt x="632564" y="748441"/>
                  <a:pt x="646130" y="746608"/>
                  <a:pt x="583035" y="750814"/>
                </a:cubicBezTo>
                <a:cubicBezTo>
                  <a:pt x="536895" y="749416"/>
                  <a:pt x="490626" y="750350"/>
                  <a:pt x="444616" y="746620"/>
                </a:cubicBezTo>
                <a:cubicBezTo>
                  <a:pt x="438384" y="746115"/>
                  <a:pt x="433552" y="740771"/>
                  <a:pt x="427838" y="738231"/>
                </a:cubicBezTo>
                <a:cubicBezTo>
                  <a:pt x="420958" y="735173"/>
                  <a:pt x="414009" y="732223"/>
                  <a:pt x="406866" y="729842"/>
                </a:cubicBezTo>
                <a:cubicBezTo>
                  <a:pt x="390249" y="724303"/>
                  <a:pt x="372173" y="721595"/>
                  <a:pt x="356532" y="713064"/>
                </a:cubicBezTo>
                <a:cubicBezTo>
                  <a:pt x="347681" y="708236"/>
                  <a:pt x="340011" y="701473"/>
                  <a:pt x="331365" y="696286"/>
                </a:cubicBezTo>
                <a:cubicBezTo>
                  <a:pt x="326003" y="693069"/>
                  <a:pt x="319790" y="691365"/>
                  <a:pt x="314587" y="687897"/>
                </a:cubicBezTo>
                <a:cubicBezTo>
                  <a:pt x="307138" y="682931"/>
                  <a:pt x="300776" y="676491"/>
                  <a:pt x="293614" y="671119"/>
                </a:cubicBezTo>
                <a:cubicBezTo>
                  <a:pt x="289581" y="668094"/>
                  <a:pt x="285133" y="665660"/>
                  <a:pt x="281031" y="662730"/>
                </a:cubicBezTo>
                <a:cubicBezTo>
                  <a:pt x="275342" y="658667"/>
                  <a:pt x="269942" y="654210"/>
                  <a:pt x="264253" y="650147"/>
                </a:cubicBezTo>
                <a:cubicBezTo>
                  <a:pt x="260151" y="647217"/>
                  <a:pt x="255649" y="644853"/>
                  <a:pt x="251670" y="641758"/>
                </a:cubicBezTo>
                <a:cubicBezTo>
                  <a:pt x="243050" y="635054"/>
                  <a:pt x="236021" y="626139"/>
                  <a:pt x="226503" y="620785"/>
                </a:cubicBezTo>
                <a:cubicBezTo>
                  <a:pt x="213378" y="613402"/>
                  <a:pt x="184558" y="604007"/>
                  <a:pt x="184558" y="604007"/>
                </a:cubicBezTo>
                <a:cubicBezTo>
                  <a:pt x="181762" y="599813"/>
                  <a:pt x="179996" y="594705"/>
                  <a:pt x="176169" y="591424"/>
                </a:cubicBezTo>
                <a:cubicBezTo>
                  <a:pt x="169979" y="586118"/>
                  <a:pt x="157774" y="586574"/>
                  <a:pt x="155196" y="578840"/>
                </a:cubicBezTo>
                <a:cubicBezTo>
                  <a:pt x="151192" y="566829"/>
                  <a:pt x="157718" y="553640"/>
                  <a:pt x="159391" y="541090"/>
                </a:cubicBezTo>
                <a:cubicBezTo>
                  <a:pt x="162351" y="518890"/>
                  <a:pt x="161677" y="512662"/>
                  <a:pt x="176169" y="494950"/>
                </a:cubicBezTo>
                <a:cubicBezTo>
                  <a:pt x="207567" y="456575"/>
                  <a:pt x="191086" y="481771"/>
                  <a:pt x="218114" y="457200"/>
                </a:cubicBezTo>
                <a:cubicBezTo>
                  <a:pt x="228356" y="447889"/>
                  <a:pt x="247475" y="427838"/>
                  <a:pt x="247475" y="427838"/>
                </a:cubicBezTo>
                <a:cubicBezTo>
                  <a:pt x="248873" y="418051"/>
                  <a:pt x="249901" y="408204"/>
                  <a:pt x="251670" y="398477"/>
                </a:cubicBezTo>
                <a:cubicBezTo>
                  <a:pt x="252701" y="392805"/>
                  <a:pt x="254987" y="387397"/>
                  <a:pt x="255864" y="381699"/>
                </a:cubicBezTo>
                <a:cubicBezTo>
                  <a:pt x="257789" y="369185"/>
                  <a:pt x="258489" y="356511"/>
                  <a:pt x="260059" y="343948"/>
                </a:cubicBezTo>
                <a:cubicBezTo>
                  <a:pt x="268277" y="278205"/>
                  <a:pt x="260634" y="358013"/>
                  <a:pt x="268448" y="264253"/>
                </a:cubicBezTo>
                <a:cubicBezTo>
                  <a:pt x="262120" y="118725"/>
                  <a:pt x="270969" y="208631"/>
                  <a:pt x="260059" y="146807"/>
                </a:cubicBezTo>
                <a:cubicBezTo>
                  <a:pt x="257103" y="130056"/>
                  <a:pt x="257050" y="112609"/>
                  <a:pt x="251670" y="96473"/>
                </a:cubicBezTo>
                <a:cubicBezTo>
                  <a:pt x="250272" y="92279"/>
                  <a:pt x="249927" y="87569"/>
                  <a:pt x="247475" y="83890"/>
                </a:cubicBezTo>
                <a:cubicBezTo>
                  <a:pt x="244185" y="78954"/>
                  <a:pt x="239086" y="75501"/>
                  <a:pt x="234892" y="71306"/>
                </a:cubicBezTo>
                <a:cubicBezTo>
                  <a:pt x="232096" y="64315"/>
                  <a:pt x="228884" y="57477"/>
                  <a:pt x="226503" y="50334"/>
                </a:cubicBezTo>
                <a:cubicBezTo>
                  <a:pt x="224680" y="44865"/>
                  <a:pt x="226104" y="37894"/>
                  <a:pt x="222308" y="33556"/>
                </a:cubicBezTo>
                <a:cubicBezTo>
                  <a:pt x="215119" y="25340"/>
                  <a:pt x="188398" y="11010"/>
                  <a:pt x="176169" y="8389"/>
                </a:cubicBezTo>
                <a:cubicBezTo>
                  <a:pt x="163789" y="5736"/>
                  <a:pt x="151002" y="5592"/>
                  <a:pt x="138418" y="4194"/>
                </a:cubicBezTo>
                <a:cubicBezTo>
                  <a:pt x="132825" y="2796"/>
                  <a:pt x="127405" y="0"/>
                  <a:pt x="121640" y="0"/>
                </a:cubicBezTo>
                <a:cubicBezTo>
                  <a:pt x="81069" y="0"/>
                  <a:pt x="40571" y="4194"/>
                  <a:pt x="0" y="419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FDE219C-ACEB-516A-92C5-233BEA462FB9}"/>
              </a:ext>
            </a:extLst>
          </p:cNvPr>
          <p:cNvSpPr/>
          <p:nvPr/>
        </p:nvSpPr>
        <p:spPr>
          <a:xfrm>
            <a:off x="5075339" y="2416029"/>
            <a:ext cx="104863" cy="123819"/>
          </a:xfrm>
          <a:custGeom>
            <a:avLst/>
            <a:gdLst>
              <a:gd name="csX0" fmla="*/ 0 w 104863"/>
              <a:gd name="csY0" fmla="*/ 0 h 123819"/>
              <a:gd name="csX1" fmla="*/ 8389 w 104863"/>
              <a:gd name="csY1" fmla="*/ 25167 h 123819"/>
              <a:gd name="csX2" fmla="*/ 25167 w 104863"/>
              <a:gd name="csY2" fmla="*/ 62918 h 123819"/>
              <a:gd name="csX3" fmla="*/ 29362 w 104863"/>
              <a:gd name="csY3" fmla="*/ 121641 h 123819"/>
              <a:gd name="csX4" fmla="*/ 75501 w 104863"/>
              <a:gd name="csY4" fmla="*/ 67112 h 123819"/>
              <a:gd name="csX5" fmla="*/ 92279 w 104863"/>
              <a:gd name="csY5" fmla="*/ 54529 h 123819"/>
              <a:gd name="csX6" fmla="*/ 104863 w 104863"/>
              <a:gd name="csY6" fmla="*/ 41945 h 1238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4863" h="123819">
                <a:moveTo>
                  <a:pt x="0" y="0"/>
                </a:moveTo>
                <a:cubicBezTo>
                  <a:pt x="2796" y="8389"/>
                  <a:pt x="4988" y="17004"/>
                  <a:pt x="8389" y="25167"/>
                </a:cubicBezTo>
                <a:cubicBezTo>
                  <a:pt x="32650" y="83392"/>
                  <a:pt x="13435" y="27716"/>
                  <a:pt x="25167" y="62918"/>
                </a:cubicBezTo>
                <a:cubicBezTo>
                  <a:pt x="26565" y="82492"/>
                  <a:pt x="11809" y="112865"/>
                  <a:pt x="29362" y="121641"/>
                </a:cubicBezTo>
                <a:cubicBezTo>
                  <a:pt x="56842" y="135381"/>
                  <a:pt x="64316" y="80162"/>
                  <a:pt x="75501" y="67112"/>
                </a:cubicBezTo>
                <a:cubicBezTo>
                  <a:pt x="80051" y="61804"/>
                  <a:pt x="86971" y="59078"/>
                  <a:pt x="92279" y="54529"/>
                </a:cubicBezTo>
                <a:cubicBezTo>
                  <a:pt x="96783" y="50668"/>
                  <a:pt x="100668" y="46140"/>
                  <a:pt x="104863" y="4194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9AD3F8C-CFD4-3753-E294-70DFF5CBD4F2}"/>
              </a:ext>
            </a:extLst>
          </p:cNvPr>
          <p:cNvSpPr/>
          <p:nvPr/>
        </p:nvSpPr>
        <p:spPr>
          <a:xfrm>
            <a:off x="5679347" y="3875714"/>
            <a:ext cx="67112" cy="138418"/>
          </a:xfrm>
          <a:custGeom>
            <a:avLst/>
            <a:gdLst>
              <a:gd name="csX0" fmla="*/ 0 w 67112"/>
              <a:gd name="csY0" fmla="*/ 0 h 138418"/>
              <a:gd name="csX1" fmla="*/ 16778 w 67112"/>
              <a:gd name="csY1" fmla="*/ 50334 h 138418"/>
              <a:gd name="csX2" fmla="*/ 37750 w 67112"/>
              <a:gd name="csY2" fmla="*/ 71306 h 138418"/>
              <a:gd name="csX3" fmla="*/ 54528 w 67112"/>
              <a:gd name="csY3" fmla="*/ 104862 h 138418"/>
              <a:gd name="csX4" fmla="*/ 62917 w 67112"/>
              <a:gd name="csY4" fmla="*/ 125835 h 138418"/>
              <a:gd name="csX5" fmla="*/ 67112 w 67112"/>
              <a:gd name="csY5" fmla="*/ 138418 h 138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7112" h="138418">
                <a:moveTo>
                  <a:pt x="0" y="0"/>
                </a:moveTo>
                <a:cubicBezTo>
                  <a:pt x="5593" y="16778"/>
                  <a:pt x="8503" y="34704"/>
                  <a:pt x="16778" y="50334"/>
                </a:cubicBezTo>
                <a:cubicBezTo>
                  <a:pt x="21404" y="59071"/>
                  <a:pt x="32123" y="63178"/>
                  <a:pt x="37750" y="71306"/>
                </a:cubicBezTo>
                <a:cubicBezTo>
                  <a:pt x="44868" y="81588"/>
                  <a:pt x="49884" y="93251"/>
                  <a:pt x="54528" y="104862"/>
                </a:cubicBezTo>
                <a:cubicBezTo>
                  <a:pt x="57324" y="111853"/>
                  <a:pt x="60273" y="118785"/>
                  <a:pt x="62917" y="125835"/>
                </a:cubicBezTo>
                <a:cubicBezTo>
                  <a:pt x="64469" y="129975"/>
                  <a:pt x="67112" y="138418"/>
                  <a:pt x="67112" y="13841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788C089-92CE-B9F7-F2A5-72344DDD19BA}"/>
              </a:ext>
            </a:extLst>
          </p:cNvPr>
          <p:cNvSpPr/>
          <p:nvPr/>
        </p:nvSpPr>
        <p:spPr>
          <a:xfrm>
            <a:off x="5683541" y="3749879"/>
            <a:ext cx="171975" cy="117446"/>
          </a:xfrm>
          <a:custGeom>
            <a:avLst/>
            <a:gdLst>
              <a:gd name="csX0" fmla="*/ 0 w 171975"/>
              <a:gd name="csY0" fmla="*/ 117446 h 117446"/>
              <a:gd name="csX1" fmla="*/ 37751 w 171975"/>
              <a:gd name="csY1" fmla="*/ 109057 h 117446"/>
              <a:gd name="csX2" fmla="*/ 62918 w 171975"/>
              <a:gd name="csY2" fmla="*/ 100668 h 117446"/>
              <a:gd name="csX3" fmla="*/ 75501 w 171975"/>
              <a:gd name="csY3" fmla="*/ 92279 h 117446"/>
              <a:gd name="csX4" fmla="*/ 104863 w 171975"/>
              <a:gd name="csY4" fmla="*/ 79695 h 117446"/>
              <a:gd name="csX5" fmla="*/ 130030 w 171975"/>
              <a:gd name="csY5" fmla="*/ 50334 h 117446"/>
              <a:gd name="csX6" fmla="*/ 142613 w 171975"/>
              <a:gd name="csY6" fmla="*/ 37750 h 117446"/>
              <a:gd name="csX7" fmla="*/ 171975 w 171975"/>
              <a:gd name="csY7" fmla="*/ 0 h 1174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71975" h="117446">
                <a:moveTo>
                  <a:pt x="0" y="117446"/>
                </a:moveTo>
                <a:cubicBezTo>
                  <a:pt x="11964" y="115053"/>
                  <a:pt x="25912" y="112609"/>
                  <a:pt x="37751" y="109057"/>
                </a:cubicBezTo>
                <a:cubicBezTo>
                  <a:pt x="46221" y="106516"/>
                  <a:pt x="54529" y="103464"/>
                  <a:pt x="62918" y="100668"/>
                </a:cubicBezTo>
                <a:cubicBezTo>
                  <a:pt x="67112" y="97872"/>
                  <a:pt x="70992" y="94533"/>
                  <a:pt x="75501" y="92279"/>
                </a:cubicBezTo>
                <a:cubicBezTo>
                  <a:pt x="85025" y="87517"/>
                  <a:pt x="95732" y="85174"/>
                  <a:pt x="104863" y="79695"/>
                </a:cubicBezTo>
                <a:cubicBezTo>
                  <a:pt x="114045" y="74186"/>
                  <a:pt x="123721" y="57694"/>
                  <a:pt x="130030" y="50334"/>
                </a:cubicBezTo>
                <a:cubicBezTo>
                  <a:pt x="133890" y="45830"/>
                  <a:pt x="138857" y="42341"/>
                  <a:pt x="142613" y="37750"/>
                </a:cubicBezTo>
                <a:cubicBezTo>
                  <a:pt x="182124" y="-10542"/>
                  <a:pt x="156032" y="15940"/>
                  <a:pt x="171975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317454-A9B7-27BC-4E47-5040ADE2E9FA}"/>
              </a:ext>
            </a:extLst>
          </p:cNvPr>
          <p:cNvSpPr txBox="1"/>
          <p:nvPr/>
        </p:nvSpPr>
        <p:spPr>
          <a:xfrm>
            <a:off x="9717043" y="1504097"/>
            <a:ext cx="1570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Pristup</a:t>
            </a:r>
            <a:r>
              <a:rPr lang="en-US" sz="1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autom</a:t>
            </a:r>
            <a:r>
              <a:rPr lang="en-US" sz="1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(z </a:t>
            </a:r>
            <a:r>
              <a:rPr lang="en-US" sz="1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ulice</a:t>
            </a:r>
            <a:r>
              <a:rPr lang="en-US" sz="1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Kam</a:t>
            </a:r>
            <a:r>
              <a:rPr lang="cs-CZ" sz="1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ý</a:t>
            </a:r>
            <a:r>
              <a:rPr lang="en-US" sz="1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ck</a:t>
            </a:r>
            <a:r>
              <a:rPr lang="cs-CZ" sz="1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á</a:t>
            </a:r>
            <a:r>
              <a:rPr lang="en-US" sz="1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)</a:t>
            </a:r>
            <a:endParaRPr lang="cs-CZ" sz="16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40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26a48e1-fc21-461a-b97f-ac5bd535f341}" enabled="0" method="" siteId="{f26a48e1-fc21-461a-b97f-ac5bd535f34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1571</TotalTime>
  <Words>198</Words>
  <Application>Microsoft Office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Czech University of Life Sciences Prague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Potterf Mária</dc:creator>
  <cp:lastModifiedBy>Potterf Mária</cp:lastModifiedBy>
  <cp:revision>1</cp:revision>
  <dcterms:created xsi:type="dcterms:W3CDTF">2026-09-18T14:08:38Z</dcterms:created>
  <dcterms:modified xsi:type="dcterms:W3CDTF">2026-10-01T08:18:57Z</dcterms:modified>
</cp:coreProperties>
</file>