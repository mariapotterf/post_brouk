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73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tterf Mária" userId="c8bbe49b-b419-40ae-8553-a3c7fd497fcf" providerId="ADAL" clId="{58B3665D-E70D-4BCC-BAB8-D56DC8198622}"/>
    <pc:docChg chg="custSel addSld modSld">
      <pc:chgData name="Potterf Mária" userId="c8bbe49b-b419-40ae-8553-a3c7fd497fcf" providerId="ADAL" clId="{58B3665D-E70D-4BCC-BAB8-D56DC8198622}" dt="2026-09-22T14:21:03.072" v="360" actId="732"/>
      <pc:docMkLst>
        <pc:docMk/>
      </pc:docMkLst>
      <pc:sldChg chg="addSp delSp modSp mod">
        <pc:chgData name="Potterf Mária" userId="c8bbe49b-b419-40ae-8553-a3c7fd497fcf" providerId="ADAL" clId="{58B3665D-E70D-4BCC-BAB8-D56DC8198622}" dt="2026-09-22T14:21:03.072" v="360" actId="732"/>
        <pc:sldMkLst>
          <pc:docMk/>
          <pc:sldMk cId="774323333" sldId="256"/>
        </pc:sldMkLst>
        <pc:spChg chg="add mod">
          <ac:chgData name="Potterf Mária" userId="c8bbe49b-b419-40ae-8553-a3c7fd497fcf" providerId="ADAL" clId="{58B3665D-E70D-4BCC-BAB8-D56DC8198622}" dt="2026-09-22T14:20:56.712" v="359" actId="20577"/>
          <ac:spMkLst>
            <pc:docMk/>
            <pc:sldMk cId="774323333" sldId="256"/>
            <ac:spMk id="3" creationId="{358CD524-49F1-F86C-AEDA-C2BA391D2698}"/>
          </ac:spMkLst>
        </pc:spChg>
        <pc:spChg chg="add mod">
          <ac:chgData name="Potterf Mária" userId="c8bbe49b-b419-40ae-8553-a3c7fd497fcf" providerId="ADAL" clId="{58B3665D-E70D-4BCC-BAB8-D56DC8198622}" dt="2026-09-22T14:20:21.781" v="350" actId="20577"/>
          <ac:spMkLst>
            <pc:docMk/>
            <pc:sldMk cId="774323333" sldId="256"/>
            <ac:spMk id="7" creationId="{36D97BDA-0C26-B578-2046-F9FB2B3411C6}"/>
          </ac:spMkLst>
        </pc:spChg>
        <pc:spChg chg="add mod">
          <ac:chgData name="Potterf Mária" userId="c8bbe49b-b419-40ae-8553-a3c7fd497fcf" providerId="ADAL" clId="{58B3665D-E70D-4BCC-BAB8-D56DC8198622}" dt="2026-09-22T14:20:39.750" v="355" actId="1076"/>
          <ac:spMkLst>
            <pc:docMk/>
            <pc:sldMk cId="774323333" sldId="256"/>
            <ac:spMk id="9" creationId="{9D78EB0F-5E6E-C34E-21BA-CAB937E1B1DC}"/>
          </ac:spMkLst>
        </pc:spChg>
        <pc:spChg chg="mod">
          <ac:chgData name="Potterf Mária" userId="c8bbe49b-b419-40ae-8553-a3c7fd497fcf" providerId="ADAL" clId="{58B3665D-E70D-4BCC-BAB8-D56DC8198622}" dt="2026-09-22T14:20:13.001" v="343" actId="20577"/>
          <ac:spMkLst>
            <pc:docMk/>
            <pc:sldMk cId="774323333" sldId="256"/>
            <ac:spMk id="10" creationId="{76B36482-D07B-05C1-8366-DEAD1849DFD9}"/>
          </ac:spMkLst>
        </pc:spChg>
        <pc:spChg chg="add del mod">
          <ac:chgData name="Potterf Mária" userId="c8bbe49b-b419-40ae-8553-a3c7fd497fcf" providerId="ADAL" clId="{58B3665D-E70D-4BCC-BAB8-D56DC8198622}" dt="2026-09-22T14:17:56.418" v="309" actId="478"/>
          <ac:spMkLst>
            <pc:docMk/>
            <pc:sldMk cId="774323333" sldId="256"/>
            <ac:spMk id="11" creationId="{2DC467FA-3CD7-98BC-E568-86C270D8AAE6}"/>
          </ac:spMkLst>
        </pc:spChg>
        <pc:spChg chg="mod">
          <ac:chgData name="Potterf Mária" userId="c8bbe49b-b419-40ae-8553-a3c7fd497fcf" providerId="ADAL" clId="{58B3665D-E70D-4BCC-BAB8-D56DC8198622}" dt="2026-09-21T08:11:34.045" v="131" actId="20577"/>
          <ac:spMkLst>
            <pc:docMk/>
            <pc:sldMk cId="774323333" sldId="256"/>
            <ac:spMk id="12" creationId="{1F2AC991-4D10-107F-0FDA-629906FA5D4C}"/>
          </ac:spMkLst>
        </pc:spChg>
        <pc:spChg chg="add mod">
          <ac:chgData name="Potterf Mária" userId="c8bbe49b-b419-40ae-8553-a3c7fd497fcf" providerId="ADAL" clId="{58B3665D-E70D-4BCC-BAB8-D56DC8198622}" dt="2026-09-22T14:20:26.926" v="351" actId="20577"/>
          <ac:spMkLst>
            <pc:docMk/>
            <pc:sldMk cId="774323333" sldId="256"/>
            <ac:spMk id="14" creationId="{2EC9DD64-2F09-6BEB-10DD-3E6D1C44FC01}"/>
          </ac:spMkLst>
        </pc:spChg>
        <pc:picChg chg="add mod">
          <ac:chgData name="Potterf Mária" userId="c8bbe49b-b419-40ae-8553-a3c7fd497fcf" providerId="ADAL" clId="{58B3665D-E70D-4BCC-BAB8-D56DC8198622}" dt="2026-09-22T14:20:34.872" v="354" actId="1076"/>
          <ac:picMkLst>
            <pc:docMk/>
            <pc:sldMk cId="774323333" sldId="256"/>
            <ac:picMk id="2" creationId="{D906444A-F93E-94D4-E5EA-64F7BB79B400}"/>
          </ac:picMkLst>
        </pc:picChg>
        <pc:picChg chg="add mod">
          <ac:chgData name="Potterf Mária" userId="c8bbe49b-b419-40ae-8553-a3c7fd497fcf" providerId="ADAL" clId="{58B3665D-E70D-4BCC-BAB8-D56DC8198622}" dt="2026-09-21T07:57:31.746" v="3" actId="1076"/>
          <ac:picMkLst>
            <pc:docMk/>
            <pc:sldMk cId="774323333" sldId="256"/>
            <ac:picMk id="8" creationId="{6087E211-B154-38C5-DC32-8B7445BFADCD}"/>
          </ac:picMkLst>
        </pc:picChg>
        <pc:picChg chg="add mod modCrop">
          <ac:chgData name="Potterf Mária" userId="c8bbe49b-b419-40ae-8553-a3c7fd497fcf" providerId="ADAL" clId="{58B3665D-E70D-4BCC-BAB8-D56DC8198622}" dt="2026-09-22T14:20:11.860" v="342" actId="1076"/>
          <ac:picMkLst>
            <pc:docMk/>
            <pc:sldMk cId="774323333" sldId="256"/>
            <ac:picMk id="13" creationId="{B93F616E-3916-8B9D-CFFC-9346E7CD58F4}"/>
          </ac:picMkLst>
        </pc:picChg>
        <pc:picChg chg="add mod modCrop">
          <ac:chgData name="Potterf Mária" userId="c8bbe49b-b419-40ae-8553-a3c7fd497fcf" providerId="ADAL" clId="{58B3665D-E70D-4BCC-BAB8-D56DC8198622}" dt="2026-09-22T14:19:30.685" v="320" actId="1076"/>
          <ac:picMkLst>
            <pc:docMk/>
            <pc:sldMk cId="774323333" sldId="256"/>
            <ac:picMk id="15" creationId="{55E4E8C6-FC48-4169-1789-B1DE80A80853}"/>
          </ac:picMkLst>
        </pc:picChg>
        <pc:picChg chg="add mod modCrop">
          <ac:chgData name="Potterf Mária" userId="c8bbe49b-b419-40ae-8553-a3c7fd497fcf" providerId="ADAL" clId="{58B3665D-E70D-4BCC-BAB8-D56DC8198622}" dt="2026-09-22T14:21:03.072" v="360" actId="732"/>
          <ac:picMkLst>
            <pc:docMk/>
            <pc:sldMk cId="774323333" sldId="256"/>
            <ac:picMk id="17" creationId="{89FBCAE6-E91E-B694-E516-CE7807B34C28}"/>
          </ac:picMkLst>
        </pc:picChg>
      </pc:sldChg>
      <pc:sldChg chg="addSp modSp new mod">
        <pc:chgData name="Potterf Mária" userId="c8bbe49b-b419-40ae-8553-a3c7fd497fcf" providerId="ADAL" clId="{58B3665D-E70D-4BCC-BAB8-D56DC8198622}" dt="2026-09-22T09:39:04.580" v="240" actId="1076"/>
        <pc:sldMkLst>
          <pc:docMk/>
          <pc:sldMk cId="3048707090" sldId="257"/>
        </pc:sldMkLst>
        <pc:picChg chg="add mod">
          <ac:chgData name="Potterf Mária" userId="c8bbe49b-b419-40ae-8553-a3c7fd497fcf" providerId="ADAL" clId="{58B3665D-E70D-4BCC-BAB8-D56DC8198622}" dt="2026-09-22T09:39:04.580" v="240" actId="1076"/>
          <ac:picMkLst>
            <pc:docMk/>
            <pc:sldMk cId="3048707090" sldId="257"/>
            <ac:picMk id="5" creationId="{33E3DD96-0340-E3D3-4963-AFD1EA96334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3A10A-CD9B-0C21-457D-503F364F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FEF693-4B54-08EF-1FF9-14A5E3FC8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F8178-292D-DE66-3351-086FE3581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BD817-269A-D9B3-8E63-DC2B60023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4F197-47D1-4FB2-49D7-CD8AB6E8F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64567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0FCE2-A27E-AD3D-066F-F2834175F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C3764-F7B8-25DE-0EC9-23E9D9DC4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AAD1A-5AFD-B243-B884-527B6BBD2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45F4B-2E10-BF97-31EB-02F3008C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8E05E-F511-73EB-B8B4-4A77C954E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71319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C5CC-305C-3CD9-755E-AF6A44438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B47C4-E96B-98B1-B74C-E99B8DB66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C85C0-AE82-E221-E7FF-487A0A7B2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88A35-750F-6C61-DBFD-30356DA19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0C40D-FA77-07D2-F04E-50FCCE95F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7704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E4A1-5DE1-A391-971B-570406F50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DBFA3-6376-278A-26F3-9D6F07DB96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0D073-9682-61C1-45C5-FB7531BF2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3C5D2-4162-FF68-241B-8207BA44E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0A4014-E878-9CBE-1F28-F72FBF0E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BFC579-FA28-532D-0F7E-E9C88AF41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5082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487CD-239E-D53A-3BBE-B7E3EAC1B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0DDD8-CC6D-1978-3C47-134462C4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8D8F1-8883-53C7-89BD-80E859124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0C5F81-DD51-7FA6-26BE-D92E08AB5A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FE4A21-7EEB-01A9-5B30-B308E35D70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8FB9E5-9D29-20C3-4C73-8E08DA4E4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2F4840-DBFC-9564-0236-9D4883F30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72F7C1-0A08-B731-1142-88EDBDA4B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93419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7F7D-DD1B-3C0D-4D70-0A63715CF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D5BB5B-AA16-96F1-57D0-BD947AFE4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CE39AB-FC5F-F690-CB52-C8DFA0D58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8D7A8-EC62-E367-7762-733A9FC6A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35117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9A518F-EC94-9FE5-FDB4-25F2E6B0A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7ECC1C-AE19-CD59-3E13-18D3EDEA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8DE16-04DB-FC95-DDE3-93C982917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43428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04F4A-76F2-A2E9-88D6-762F94F1F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DE191-4B35-1AAD-39E6-4E9741A26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E16BD-C4E7-FDA2-2CA8-F927CCE69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9C87A8-42B0-D0C5-5A78-BBCE69F8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BB4BF9-8624-8F30-ABD5-8F16932CA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784AB-458F-8B2D-19C6-AA6CB17C0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7184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F6DFE-3DDA-097F-50DD-FB46EF49C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686E09-A49F-66E4-9ECC-7717015EFE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F4C796-EBEA-D36A-21BD-4FE3673C04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10A1A6-A462-D3F0-B349-13DD2DBCD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D54BA-39FA-DD7D-9941-94928772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E33A68-3F84-A05D-7A80-D2AAE738B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3841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7727A-EDAD-0458-A9B7-816327739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8FC7E2-90BA-FB09-96E4-1B63B0E4C5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EDA2C-BD36-3D15-CBD6-49B17934A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15C6E-F29B-8997-04E4-7F21FEFB6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3F3EE-FE41-656C-8B77-E13372D0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81159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6FF6EE-B1F2-74EB-7303-04933CE20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8E83A-2FAF-4F66-621F-314190F0B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CAA993-1D18-C127-C7A8-5D8030281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D73B7-A0C2-8CA7-D744-E0EADC6F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72CB5-751F-C075-509D-9DCBA4DB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28153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ACAADE-0FDF-79B3-91C5-84721C11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6DFD4-7C49-01D2-0461-6BA01AB35F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79B75-4C52-9773-1801-E399FE9DE5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1FE27-D5FB-4CBF-8940-7736835DA365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D687E-5423-150F-0221-488A59EDF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0C94D-A9CD-C4EE-450F-2F4D4AD6E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7467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F26D3-622E-55F0-AB4E-4787D98C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14" t="9018" r="37844" b="13341"/>
          <a:stretch>
            <a:fillRect/>
          </a:stretch>
        </p:blipFill>
        <p:spPr>
          <a:xfrm>
            <a:off x="485382" y="375744"/>
            <a:ext cx="2285879" cy="25051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09C83B-11FC-FF97-313D-D6E35A45BA1B}"/>
              </a:ext>
            </a:extLst>
          </p:cNvPr>
          <p:cNvSpPr txBox="1"/>
          <p:nvPr/>
        </p:nvSpPr>
        <p:spPr>
          <a:xfrm>
            <a:off x="3274469" y="354553"/>
            <a:ext cx="6937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Patterns, agents and drivers of damage in early tree regeneration </a:t>
            </a:r>
          </a:p>
          <a:p>
            <a:r>
              <a:rPr lang="en-GB" b="1" dirty="0"/>
              <a:t>following the post-2017 disturbance wave in Central Europe</a:t>
            </a:r>
            <a:r>
              <a:rPr lang="cs-CZ" dirty="0"/>
              <a:t> 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87E211-B154-38C5-DC32-8B7445BFA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600" y="1435821"/>
            <a:ext cx="4460479" cy="1876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B36482-D07B-05C1-8366-DEAD1849DFD9}"/>
              </a:ext>
            </a:extLst>
          </p:cNvPr>
          <p:cNvSpPr txBox="1"/>
          <p:nvPr/>
        </p:nvSpPr>
        <p:spPr>
          <a:xfrm>
            <a:off x="3126985" y="3452062"/>
            <a:ext cx="4979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2 Damage distribution by species and allocation on tree</a:t>
            </a:r>
            <a:endParaRPr lang="cs-CZ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2AC991-4D10-107F-0FDA-629906FA5D4C}"/>
              </a:ext>
            </a:extLst>
          </p:cNvPr>
          <p:cNvSpPr txBox="1"/>
          <p:nvPr/>
        </p:nvSpPr>
        <p:spPr>
          <a:xfrm>
            <a:off x="485382" y="2967335"/>
            <a:ext cx="23801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1. Study area and overall damage distribution per species</a:t>
            </a:r>
            <a:endParaRPr lang="cs-CZ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8CD524-49F1-F86C-AEDA-C2BA391D2698}"/>
              </a:ext>
            </a:extLst>
          </p:cNvPr>
          <p:cNvSpPr txBox="1"/>
          <p:nvPr/>
        </p:nvSpPr>
        <p:spPr>
          <a:xfrm>
            <a:off x="-116475" y="6245678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3Cause of damage: </a:t>
            </a:r>
            <a:r>
              <a:rPr lang="en-US" dirty="0" err="1"/>
              <a:t>zver</a:t>
            </a:r>
            <a:r>
              <a:rPr lang="en-US" dirty="0"/>
              <a:t>, </a:t>
            </a:r>
            <a:r>
              <a:rPr lang="en-US" dirty="0" err="1"/>
              <a:t>mechanizace</a:t>
            </a:r>
            <a:r>
              <a:rPr lang="en-US" dirty="0"/>
              <a:t>,.. (</a:t>
            </a:r>
            <a:r>
              <a:rPr lang="en-US" dirty="0" err="1"/>
              <a:t>tbd</a:t>
            </a:r>
            <a:r>
              <a:rPr lang="en-US" dirty="0"/>
              <a:t>)</a:t>
            </a:r>
            <a:endParaRPr lang="cs-CZ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D97BDA-0C26-B578-2046-F9FB2B3411C6}"/>
              </a:ext>
            </a:extLst>
          </p:cNvPr>
          <p:cNvSpPr txBox="1"/>
          <p:nvPr/>
        </p:nvSpPr>
        <p:spPr>
          <a:xfrm>
            <a:off x="3802213" y="637286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4 Damage intensity and </a:t>
            </a:r>
            <a:r>
              <a:rPr lang="en-US" dirty="0" err="1"/>
              <a:t>clusring</a:t>
            </a:r>
            <a:r>
              <a:rPr lang="en-US" dirty="0"/>
              <a:t> of damage</a:t>
            </a:r>
            <a:endParaRPr lang="cs-CZ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C9DD64-2F09-6BEB-10DD-3E6D1C44FC01}"/>
              </a:ext>
            </a:extLst>
          </p:cNvPr>
          <p:cNvSpPr txBox="1"/>
          <p:nvPr/>
        </p:nvSpPr>
        <p:spPr>
          <a:xfrm>
            <a:off x="8520935" y="296733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5 drivers? (management/ tree species??)</a:t>
            </a:r>
            <a:endParaRPr lang="cs-CZ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06444A-F93E-94D4-E5EA-64F7BB79B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4657" y="3775227"/>
            <a:ext cx="2694446" cy="2148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78EB0F-5E6E-C34E-21BA-CAB937E1B1DC}"/>
              </a:ext>
            </a:extLst>
          </p:cNvPr>
          <p:cNvSpPr txBox="1"/>
          <p:nvPr/>
        </p:nvSpPr>
        <p:spPr>
          <a:xfrm>
            <a:off x="8520935" y="612656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6 Occurrence of </a:t>
            </a:r>
            <a:r>
              <a:rPr lang="en-US" dirty="0" err="1"/>
              <a:t>pathogenes</a:t>
            </a:r>
            <a:r>
              <a:rPr lang="en-US" dirty="0"/>
              <a:t> per species</a:t>
            </a:r>
            <a:endParaRPr lang="cs-CZ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93F616E-3916-8B9D-CFFC-9346E7CD5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9821" b="28455"/>
          <a:stretch>
            <a:fillRect/>
          </a:stretch>
        </p:blipFill>
        <p:spPr>
          <a:xfrm>
            <a:off x="3787464" y="4238362"/>
            <a:ext cx="3610582" cy="19960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5E4E8C6-FC48-4169-1789-B1DE80A8085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983" r="44082"/>
          <a:stretch>
            <a:fillRect/>
          </a:stretch>
        </p:blipFill>
        <p:spPr>
          <a:xfrm>
            <a:off x="8788068" y="1018246"/>
            <a:ext cx="2307999" cy="1876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9FBCAE6-E91E-B694-E516-CE7807B34C2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971" t="5580" r="81630" b="18743"/>
          <a:stretch>
            <a:fillRect/>
          </a:stretch>
        </p:blipFill>
        <p:spPr>
          <a:xfrm rot="16200000">
            <a:off x="877266" y="4496420"/>
            <a:ext cx="991240" cy="204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323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FFEC-B729-320B-DD17-C0D3A2FE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6829F-E176-0BCF-485F-5650CB3A6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E3DD96-0340-E3D3-4963-AFD1EA963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21" y="1923342"/>
            <a:ext cx="5914395" cy="415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07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26a48e1-fc21-461a-b97f-ac5bd535f341}" enabled="0" method="" siteId="{f26a48e1-fc21-461a-b97f-ac5bd535f34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83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Czech University of Life Sciences Prague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Potterf Mária</dc:creator>
  <cp:lastModifiedBy>Potterf Mária</cp:lastModifiedBy>
  <cp:revision>1</cp:revision>
  <dcterms:created xsi:type="dcterms:W3CDTF">2026-09-18T14:08:38Z</dcterms:created>
  <dcterms:modified xsi:type="dcterms:W3CDTF">2026-09-22T14:21:10Z</dcterms:modified>
</cp:coreProperties>
</file>