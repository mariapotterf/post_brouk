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B25627-BA6D-4F7B-9489-267DEDBB7A28}" v="2" dt="2026-09-18T14:15:12.0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66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tterf Mária" userId="c8bbe49b-b419-40ae-8553-a3c7fd497fcf" providerId="ADAL" clId="{58B3665D-E70D-4BCC-BAB8-D56DC8198622}"/>
    <pc:docChg chg="modSld">
      <pc:chgData name="Potterf Mária" userId="c8bbe49b-b419-40ae-8553-a3c7fd497fcf" providerId="ADAL" clId="{58B3665D-E70D-4BCC-BAB8-D56DC8198622}" dt="2026-09-18T14:16:16.244" v="2"/>
      <pc:docMkLst>
        <pc:docMk/>
      </pc:docMkLst>
      <pc:sldChg chg="addSp delSp modSp">
        <pc:chgData name="Potterf Mária" userId="c8bbe49b-b419-40ae-8553-a3c7fd497fcf" providerId="ADAL" clId="{58B3665D-E70D-4BCC-BAB8-D56DC8198622}" dt="2026-09-18T14:16:16.244" v="2"/>
        <pc:sldMkLst>
          <pc:docMk/>
          <pc:sldMk cId="774323333" sldId="256"/>
        </pc:sldMkLst>
        <pc:spChg chg="add del mod">
          <ac:chgData name="Potterf Mária" userId="c8bbe49b-b419-40ae-8553-a3c7fd497fcf" providerId="ADAL" clId="{58B3665D-E70D-4BCC-BAB8-D56DC8198622}" dt="2026-09-18T14:16:16.244" v="2"/>
          <ac:spMkLst>
            <pc:docMk/>
            <pc:sldMk cId="774323333" sldId="256"/>
            <ac:spMk id="7" creationId="{37034228-8F6A-8A06-AE2E-DB0842E28CF0}"/>
          </ac:spMkLst>
        </pc:spChg>
        <pc:picChg chg="add">
          <ac:chgData name="Potterf Mária" userId="c8bbe49b-b419-40ae-8553-a3c7fd497fcf" providerId="ADAL" clId="{58B3665D-E70D-4BCC-BAB8-D56DC8198622}" dt="2026-09-18T14:15:12.006" v="1"/>
          <ac:picMkLst>
            <pc:docMk/>
            <pc:sldMk cId="774323333" sldId="256"/>
            <ac:picMk id="8" creationId="{6087E211-B154-38C5-DC32-8B7445BFADC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3A10A-CD9B-0C21-457D-503F364F3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FEF693-4B54-08EF-1FF9-14A5E3FC8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F8178-292D-DE66-3351-086FE3581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18.09.2026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BD817-269A-D9B3-8E63-DC2B60023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4F197-47D1-4FB2-49D7-CD8AB6E8F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64567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0FCE2-A27E-AD3D-066F-F2834175F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C3764-F7B8-25DE-0EC9-23E9D9DC4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AAD1A-5AFD-B243-B884-527B6BBD2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18.09.2026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45F4B-2E10-BF97-31EB-02F3008C1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68E05E-F511-73EB-B8B4-4A77C954E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71319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C5CC-305C-3CD9-755E-AF6A44438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7B47C4-E96B-98B1-B74C-E99B8DB66D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C85C0-AE82-E221-E7FF-487A0A7B2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18.09.2026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88A35-750F-6C61-DBFD-30356DA19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0C40D-FA77-07D2-F04E-50FCCE95F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77047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BE4A1-5DE1-A391-971B-570406F50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DBFA3-6376-278A-26F3-9D6F07DB96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50D073-9682-61C1-45C5-FB7531BF29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3C5D2-4162-FF68-241B-8207BA44E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18.09.2026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0A4014-E878-9CBE-1F28-F72FBF0E1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BFC579-FA28-532D-0F7E-E9C88AF41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50821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487CD-239E-D53A-3BBE-B7E3EAC1B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0DDD8-CC6D-1978-3C47-134462C4E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8D8F1-8883-53C7-89BD-80E8591242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0C5F81-DD51-7FA6-26BE-D92E08AB5A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FE4A21-7EEB-01A9-5B30-B308E35D70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8FB9E5-9D29-20C3-4C73-8E08DA4E4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18.09.2026</a:t>
            </a:fld>
            <a:endParaRPr lang="cs-C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2F4840-DBFC-9564-0236-9D4883F30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72F7C1-0A08-B731-1142-88EDBDA4B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93419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7F7D-DD1B-3C0D-4D70-0A63715CF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D5BB5B-AA16-96F1-57D0-BD947AFE4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18.09.2026</a:t>
            </a:fld>
            <a:endParaRPr lang="cs-C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CE39AB-FC5F-F690-CB52-C8DFA0D58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98D7A8-EC62-E367-7762-733A9FC6A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35117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9A518F-EC94-9FE5-FDB4-25F2E6B0A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18.09.2026</a:t>
            </a:fld>
            <a:endParaRPr lang="cs-C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7ECC1C-AE19-CD59-3E13-18D3EDEA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8DE16-04DB-FC95-DDE3-93C982917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434280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04F4A-76F2-A2E9-88D6-762F94F1F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DE191-4B35-1AAD-39E6-4E9741A26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E16BD-C4E7-FDA2-2CA8-F927CCE69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9C87A8-42B0-D0C5-5A78-BBCE69F8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18.09.2026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BB4BF9-8624-8F30-ABD5-8F16932CA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0784AB-458F-8B2D-19C6-AA6CB17C0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7184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F6DFE-3DDA-097F-50DD-FB46EF49C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686E09-A49F-66E4-9ECC-7717015EFE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F4C796-EBEA-D36A-21BD-4FE3673C04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10A1A6-A462-D3F0-B349-13DD2DBCD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18.09.2026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ED54BA-39FA-DD7D-9941-94928772C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E33A68-3F84-A05D-7A80-D2AAE738B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3841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7727A-EDAD-0458-A9B7-816327739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8FC7E2-90BA-FB09-96E4-1B63B0E4C5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EDA2C-BD36-3D15-CBD6-49B17934A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18.09.2026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15C6E-F29B-8997-04E4-7F21FEFB6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93F3EE-FE41-656C-8B77-E13372D0A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81159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6FF6EE-B1F2-74EB-7303-04933CE20C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8E83A-2FAF-4F66-621F-314190F0B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CAA993-1D18-C127-C7A8-5D8030281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18.09.2026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FD73B7-A0C2-8CA7-D744-E0EADC6F9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872CB5-751F-C075-509D-9DCBA4DB6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28153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ACAADE-0FDF-79B3-91C5-84721C11D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E6DFD4-7C49-01D2-0461-6BA01AB35F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879B75-4C52-9773-1801-E399FE9DE5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1FE27-D5FB-4CBF-8940-7736835DA365}" type="datetimeFigureOut">
              <a:rPr lang="cs-CZ" smtClean="0"/>
              <a:t>18.09.2026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D687E-5423-150F-0221-488A59EDF6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00C94D-A9CD-C4EE-450F-2F4D4AD6E9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74670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4F26D3-622E-55F0-AB4E-4787D98C1F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14" t="9018" r="37844" b="13341"/>
          <a:stretch>
            <a:fillRect/>
          </a:stretch>
        </p:blipFill>
        <p:spPr>
          <a:xfrm>
            <a:off x="485382" y="375744"/>
            <a:ext cx="2285879" cy="25051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09C83B-11FC-FF97-313D-D6E35A45BA1B}"/>
              </a:ext>
            </a:extLst>
          </p:cNvPr>
          <p:cNvSpPr txBox="1"/>
          <p:nvPr/>
        </p:nvSpPr>
        <p:spPr>
          <a:xfrm>
            <a:off x="3274469" y="354553"/>
            <a:ext cx="6937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Patterns, agents and drivers of damage in early tree regeneration </a:t>
            </a:r>
          </a:p>
          <a:p>
            <a:r>
              <a:rPr lang="en-GB" b="1" dirty="0"/>
              <a:t>following the post-2017 disturbance wave in Central Europe</a:t>
            </a:r>
            <a:r>
              <a:rPr lang="cs-CZ" dirty="0"/>
              <a:t> 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87E211-B154-38C5-DC32-8B7445BFAD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4469" y="1288337"/>
            <a:ext cx="4460479" cy="18762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6B36482-D07B-05C1-8366-DEAD1849DFD9}"/>
              </a:ext>
            </a:extLst>
          </p:cNvPr>
          <p:cNvSpPr txBox="1"/>
          <p:nvPr/>
        </p:nvSpPr>
        <p:spPr>
          <a:xfrm>
            <a:off x="3126985" y="3452062"/>
            <a:ext cx="4979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Damage distribution by species and allocation on tree</a:t>
            </a:r>
            <a:endParaRPr lang="cs-CZ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2AC991-4D10-107F-0FDA-629906FA5D4C}"/>
              </a:ext>
            </a:extLst>
          </p:cNvPr>
          <p:cNvSpPr txBox="1"/>
          <p:nvPr/>
        </p:nvSpPr>
        <p:spPr>
          <a:xfrm>
            <a:off x="485382" y="2967335"/>
            <a:ext cx="23801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Study area and overall damage distribution per species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7743233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26a48e1-fc21-461a-b97f-ac5bd535f341}" enabled="0" method="" siteId="{f26a48e1-fc21-461a-b97f-ac5bd535f34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35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Czech University of Life Sciences Prague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Potterf Mária</dc:creator>
  <cp:lastModifiedBy>Potterf Mária</cp:lastModifiedBy>
  <cp:revision>1</cp:revision>
  <dcterms:created xsi:type="dcterms:W3CDTF">2026-09-18T14:08:38Z</dcterms:created>
  <dcterms:modified xsi:type="dcterms:W3CDTF">2026-09-18T14:17:49Z</dcterms:modified>
</cp:coreProperties>
</file>